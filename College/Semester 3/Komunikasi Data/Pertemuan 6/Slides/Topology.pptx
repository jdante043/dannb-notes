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61" r:id="rId5"/>
    <p:sldId id="264" r:id="rId6"/>
    <p:sldId id="265" r:id="rId7"/>
    <p:sldId id="263" r:id="rId8"/>
    <p:sldId id="262" r:id="rId9"/>
    <p:sldId id="268" r:id="rId10"/>
    <p:sldId id="270" r:id="rId11"/>
    <p:sldId id="267" r:id="rId12"/>
    <p:sldId id="271" r:id="rId13"/>
    <p:sldId id="272" r:id="rId14"/>
    <p:sldId id="273" r:id="rId15"/>
    <p:sldId id="274" r:id="rId16"/>
    <p:sldId id="269" r:id="rId17"/>
    <p:sldId id="275" r:id="rId18"/>
    <p:sldId id="278" r:id="rId19"/>
    <p:sldId id="277" r:id="rId20"/>
    <p:sldId id="279" r:id="rId21"/>
    <p:sldId id="25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35B6BC-8A7D-4C9A-AA25-6F01C2D03FC9}" v="116" dt="2025-09-27T18:24:44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DI SULISTIO" userId="bfbf8177-994f-4b30-9005-e8387bdc3c02" providerId="ADAL" clId="{154EBA5D-30BE-4DA5-93B9-CE92CE31A0B4}"/>
    <pc:docChg chg="undo custSel addSld delSld modSld sldOrd">
      <pc:chgData name="HENDI SULISTIO" userId="bfbf8177-994f-4b30-9005-e8387bdc3c02" providerId="ADAL" clId="{154EBA5D-30BE-4DA5-93B9-CE92CE31A0B4}" dt="2025-09-27T18:25:11.307" v="2973" actId="20577"/>
      <pc:docMkLst>
        <pc:docMk/>
      </pc:docMkLst>
      <pc:sldChg chg="addSp modSp mod setBg">
        <pc:chgData name="HENDI SULISTIO" userId="bfbf8177-994f-4b30-9005-e8387bdc3c02" providerId="ADAL" clId="{154EBA5D-30BE-4DA5-93B9-CE92CE31A0B4}" dt="2025-09-23T02:34:48.316" v="60" actId="14100"/>
        <pc:sldMkLst>
          <pc:docMk/>
          <pc:sldMk cId="1914812630" sldId="257"/>
        </pc:sldMkLst>
        <pc:spChg chg="mod">
          <ac:chgData name="HENDI SULISTIO" userId="bfbf8177-994f-4b30-9005-e8387bdc3c02" providerId="ADAL" clId="{154EBA5D-30BE-4DA5-93B9-CE92CE31A0B4}" dt="2025-09-23T02:34:39.603" v="57" actId="1076"/>
          <ac:spMkLst>
            <pc:docMk/>
            <pc:sldMk cId="1914812630" sldId="257"/>
            <ac:spMk id="2" creationId="{8C77B12E-28C6-37F9-5CC1-845A0E34A963}"/>
          </ac:spMkLst>
        </pc:spChg>
        <pc:spChg chg="mod">
          <ac:chgData name="HENDI SULISTIO" userId="bfbf8177-994f-4b30-9005-e8387bdc3c02" providerId="ADAL" clId="{154EBA5D-30BE-4DA5-93B9-CE92CE31A0B4}" dt="2025-09-23T02:34:48.316" v="60" actId="14100"/>
          <ac:spMkLst>
            <pc:docMk/>
            <pc:sldMk cId="1914812630" sldId="257"/>
            <ac:spMk id="3" creationId="{0AEA8C96-1307-72F7-074C-FAFE5128411C}"/>
          </ac:spMkLst>
        </pc:spChg>
        <pc:spChg chg="add">
          <ac:chgData name="HENDI SULISTIO" userId="bfbf8177-994f-4b30-9005-e8387bdc3c02" providerId="ADAL" clId="{154EBA5D-30BE-4DA5-93B9-CE92CE31A0B4}" dt="2025-09-23T02:34:29.649" v="55" actId="26606"/>
          <ac:spMkLst>
            <pc:docMk/>
            <pc:sldMk cId="1914812630" sldId="257"/>
            <ac:spMk id="8" creationId="{A134706B-150F-487B-B4FB-34C10219C72F}"/>
          </ac:spMkLst>
        </pc:spChg>
        <pc:spChg chg="add">
          <ac:chgData name="HENDI SULISTIO" userId="bfbf8177-994f-4b30-9005-e8387bdc3c02" providerId="ADAL" clId="{154EBA5D-30BE-4DA5-93B9-CE92CE31A0B4}" dt="2025-09-23T02:34:29.649" v="55" actId="26606"/>
          <ac:spMkLst>
            <pc:docMk/>
            <pc:sldMk cId="1914812630" sldId="257"/>
            <ac:spMk id="10" creationId="{25FD23E7-C75D-4AFA-A4D4-BE5558110941}"/>
          </ac:spMkLst>
        </pc:spChg>
        <pc:spChg chg="add">
          <ac:chgData name="HENDI SULISTIO" userId="bfbf8177-994f-4b30-9005-e8387bdc3c02" providerId="ADAL" clId="{154EBA5D-30BE-4DA5-93B9-CE92CE31A0B4}" dt="2025-09-23T02:34:29.649" v="55" actId="26606"/>
          <ac:spMkLst>
            <pc:docMk/>
            <pc:sldMk cId="1914812630" sldId="257"/>
            <ac:spMk id="12" creationId="{D6705569-F545-4F47-A260-A9202826EA20}"/>
          </ac:spMkLst>
        </pc:spChg>
      </pc:sldChg>
      <pc:sldChg chg="addSp delSp modSp mod setBg">
        <pc:chgData name="HENDI SULISTIO" userId="bfbf8177-994f-4b30-9005-e8387bdc3c02" providerId="ADAL" clId="{154EBA5D-30BE-4DA5-93B9-CE92CE31A0B4}" dt="2025-09-23T05:34:42.692" v="122" actId="1076"/>
        <pc:sldMkLst>
          <pc:docMk/>
          <pc:sldMk cId="2810548306" sldId="258"/>
        </pc:sldMkLst>
        <pc:spChg chg="add ord">
          <ac:chgData name="HENDI SULISTIO" userId="bfbf8177-994f-4b30-9005-e8387bdc3c02" providerId="ADAL" clId="{154EBA5D-30BE-4DA5-93B9-CE92CE31A0B4}" dt="2025-09-23T02:34:22.091" v="54" actId="26606"/>
          <ac:spMkLst>
            <pc:docMk/>
            <pc:sldMk cId="2810548306" sldId="258"/>
            <ac:spMk id="3" creationId="{0D278B04-DC75-10BB-F67E-9F29E08E06C3}"/>
          </ac:spMkLst>
        </pc:spChg>
        <pc:spChg chg="add mod">
          <ac:chgData name="HENDI SULISTIO" userId="bfbf8177-994f-4b30-9005-e8387bdc3c02" providerId="ADAL" clId="{154EBA5D-30BE-4DA5-93B9-CE92CE31A0B4}" dt="2025-09-23T05:34:42.692" v="122" actId="1076"/>
          <ac:spMkLst>
            <pc:docMk/>
            <pc:sldMk cId="2810548306" sldId="258"/>
            <ac:spMk id="4" creationId="{316CEBB4-94EC-419E-B431-AE9B3CEE2076}"/>
          </ac:spMkLst>
        </pc:spChg>
        <pc:spChg chg="add">
          <ac:chgData name="HENDI SULISTIO" userId="bfbf8177-994f-4b30-9005-e8387bdc3c02" providerId="ADAL" clId="{154EBA5D-30BE-4DA5-93B9-CE92CE31A0B4}" dt="2025-09-23T05:32:57.367" v="90" actId="26606"/>
          <ac:spMkLst>
            <pc:docMk/>
            <pc:sldMk cId="2810548306" sldId="258"/>
            <ac:spMk id="1042" creationId="{5F879AC3-D4CE-493C-ADC7-06205677F4F8}"/>
          </ac:spMkLst>
        </pc:spChg>
        <pc:spChg chg="add">
          <ac:chgData name="HENDI SULISTIO" userId="bfbf8177-994f-4b30-9005-e8387bdc3c02" providerId="ADAL" clId="{154EBA5D-30BE-4DA5-93B9-CE92CE31A0B4}" dt="2025-09-23T05:32:57.367" v="90" actId="26606"/>
          <ac:spMkLst>
            <pc:docMk/>
            <pc:sldMk cId="2810548306" sldId="258"/>
            <ac:spMk id="1044" creationId="{736F0DFD-0954-464F-BF12-DD2E6F6E0380}"/>
          </ac:spMkLst>
        </pc:spChg>
        <pc:picChg chg="add mod">
          <ac:chgData name="HENDI SULISTIO" userId="bfbf8177-994f-4b30-9005-e8387bdc3c02" providerId="ADAL" clId="{154EBA5D-30BE-4DA5-93B9-CE92CE31A0B4}" dt="2025-09-23T05:32:57.367" v="90" actId="26606"/>
          <ac:picMkLst>
            <pc:docMk/>
            <pc:sldMk cId="2810548306" sldId="258"/>
            <ac:picMk id="1030" creationId="{A6EDF8E8-A891-132E-7430-D369B654D906}"/>
          </ac:picMkLst>
        </pc:picChg>
      </pc:sldChg>
      <pc:sldChg chg="addSp delSp modSp mod setBg addAnim delAnim">
        <pc:chgData name="HENDI SULISTIO" userId="bfbf8177-994f-4b30-9005-e8387bdc3c02" providerId="ADAL" clId="{154EBA5D-30BE-4DA5-93B9-CE92CE31A0B4}" dt="2025-09-23T02:40:08.131" v="79" actId="26606"/>
        <pc:sldMkLst>
          <pc:docMk/>
          <pc:sldMk cId="703767043" sldId="259"/>
        </pc:sldMkLst>
        <pc:spChg chg="mod">
          <ac:chgData name="HENDI SULISTIO" userId="bfbf8177-994f-4b30-9005-e8387bdc3c02" providerId="ADAL" clId="{154EBA5D-30BE-4DA5-93B9-CE92CE31A0B4}" dt="2025-09-23T02:40:08.131" v="79" actId="26606"/>
          <ac:spMkLst>
            <pc:docMk/>
            <pc:sldMk cId="703767043" sldId="259"/>
            <ac:spMk id="2" creationId="{00CE46E8-AD70-8756-651E-1E2341047113}"/>
          </ac:spMkLst>
        </pc:spChg>
        <pc:spChg chg="mod">
          <ac:chgData name="HENDI SULISTIO" userId="bfbf8177-994f-4b30-9005-e8387bdc3c02" providerId="ADAL" clId="{154EBA5D-30BE-4DA5-93B9-CE92CE31A0B4}" dt="2025-09-23T02:40:08.131" v="79" actId="26606"/>
          <ac:spMkLst>
            <pc:docMk/>
            <pc:sldMk cId="703767043" sldId="259"/>
            <ac:spMk id="3" creationId="{72108259-8CCC-C043-A6CA-98A688783F1F}"/>
          </ac:spMkLst>
        </pc:spChg>
        <pc:spChg chg="add">
          <ac:chgData name="HENDI SULISTIO" userId="bfbf8177-994f-4b30-9005-e8387bdc3c02" providerId="ADAL" clId="{154EBA5D-30BE-4DA5-93B9-CE92CE31A0B4}" dt="2025-09-23T02:40:08.131" v="79" actId="26606"/>
          <ac:spMkLst>
            <pc:docMk/>
            <pc:sldMk cId="703767043" sldId="259"/>
            <ac:spMk id="17" creationId="{FEC7823C-FDD6-429C-986C-063FDEBF9EAA}"/>
          </ac:spMkLst>
        </pc:spChg>
        <pc:spChg chg="add">
          <ac:chgData name="HENDI SULISTIO" userId="bfbf8177-994f-4b30-9005-e8387bdc3c02" providerId="ADAL" clId="{154EBA5D-30BE-4DA5-93B9-CE92CE31A0B4}" dt="2025-09-23T02:40:08.131" v="79" actId="26606"/>
          <ac:spMkLst>
            <pc:docMk/>
            <pc:sldMk cId="703767043" sldId="259"/>
            <ac:spMk id="18" creationId="{9CF7FE1C-8BC5-4B0C-A2BC-93AB72C90FDD}"/>
          </ac:spMkLst>
        </pc:spChg>
        <pc:spChg chg="add">
          <ac:chgData name="HENDI SULISTIO" userId="bfbf8177-994f-4b30-9005-e8387bdc3c02" providerId="ADAL" clId="{154EBA5D-30BE-4DA5-93B9-CE92CE31A0B4}" dt="2025-09-23T02:40:08.131" v="79" actId="26606"/>
          <ac:spMkLst>
            <pc:docMk/>
            <pc:sldMk cId="703767043" sldId="259"/>
            <ac:spMk id="19" creationId="{B0651F5E-0457-4065-ACB2-8B81590C204B}"/>
          </ac:spMkLst>
        </pc:spChg>
      </pc:sldChg>
      <pc:sldChg chg="addSp delSp modSp mod ord setBg addAnim">
        <pc:chgData name="HENDI SULISTIO" userId="bfbf8177-994f-4b30-9005-e8387bdc3c02" providerId="ADAL" clId="{154EBA5D-30BE-4DA5-93B9-CE92CE31A0B4}" dt="2025-09-27T17:14:51.258" v="339" actId="2711"/>
        <pc:sldMkLst>
          <pc:docMk/>
          <pc:sldMk cId="1088527411" sldId="260"/>
        </pc:sldMkLst>
        <pc:spChg chg="mod">
          <ac:chgData name="HENDI SULISTIO" userId="bfbf8177-994f-4b30-9005-e8387bdc3c02" providerId="ADAL" clId="{154EBA5D-30BE-4DA5-93B9-CE92CE31A0B4}" dt="2025-09-27T17:14:51.258" v="339" actId="2711"/>
          <ac:spMkLst>
            <pc:docMk/>
            <pc:sldMk cId="1088527411" sldId="260"/>
            <ac:spMk id="2" creationId="{E8808ECF-4FD9-62FF-82CA-288E307E7305}"/>
          </ac:spMkLst>
        </pc:spChg>
        <pc:spChg chg="add">
          <ac:chgData name="HENDI SULISTIO" userId="bfbf8177-994f-4b30-9005-e8387bdc3c02" providerId="ADAL" clId="{154EBA5D-30BE-4DA5-93B9-CE92CE31A0B4}" dt="2025-09-23T02:40:17.500" v="80" actId="26606"/>
          <ac:spMkLst>
            <pc:docMk/>
            <pc:sldMk cId="1088527411" sldId="260"/>
            <ac:spMk id="17" creationId="{FEC7823C-FDD6-429C-986C-063FDEBF9EAA}"/>
          </ac:spMkLst>
        </pc:spChg>
        <pc:spChg chg="add">
          <ac:chgData name="HENDI SULISTIO" userId="bfbf8177-994f-4b30-9005-e8387bdc3c02" providerId="ADAL" clId="{154EBA5D-30BE-4DA5-93B9-CE92CE31A0B4}" dt="2025-09-23T02:40:17.500" v="80" actId="26606"/>
          <ac:spMkLst>
            <pc:docMk/>
            <pc:sldMk cId="1088527411" sldId="260"/>
            <ac:spMk id="19" creationId="{9CF7FE1C-8BC5-4B0C-A2BC-93AB72C90FDD}"/>
          </ac:spMkLst>
        </pc:spChg>
        <pc:spChg chg="add">
          <ac:chgData name="HENDI SULISTIO" userId="bfbf8177-994f-4b30-9005-e8387bdc3c02" providerId="ADAL" clId="{154EBA5D-30BE-4DA5-93B9-CE92CE31A0B4}" dt="2025-09-23T02:40:17.500" v="80" actId="26606"/>
          <ac:spMkLst>
            <pc:docMk/>
            <pc:sldMk cId="1088527411" sldId="260"/>
            <ac:spMk id="21" creationId="{B0651F5E-0457-4065-ACB2-8B81590C204B}"/>
          </ac:spMkLst>
        </pc:spChg>
      </pc:sldChg>
      <pc:sldChg chg="addSp delSp modSp add mod setBg">
        <pc:chgData name="HENDI SULISTIO" userId="bfbf8177-994f-4b30-9005-e8387bdc3c02" providerId="ADAL" clId="{154EBA5D-30BE-4DA5-93B9-CE92CE31A0B4}" dt="2025-09-23T05:35:20.566" v="144" actId="1076"/>
        <pc:sldMkLst>
          <pc:docMk/>
          <pc:sldMk cId="3127014159" sldId="261"/>
        </pc:sldMkLst>
        <pc:spChg chg="ord">
          <ac:chgData name="HENDI SULISTIO" userId="bfbf8177-994f-4b30-9005-e8387bdc3c02" providerId="ADAL" clId="{154EBA5D-30BE-4DA5-93B9-CE92CE31A0B4}" dt="2025-09-23T02:34:16.407" v="53" actId="26606"/>
          <ac:spMkLst>
            <pc:docMk/>
            <pc:sldMk cId="3127014159" sldId="261"/>
            <ac:spMk id="3" creationId="{6815E046-6B9A-ADF9-5117-7319C6C80BCB}"/>
          </ac:spMkLst>
        </pc:spChg>
        <pc:spChg chg="add mod">
          <ac:chgData name="HENDI SULISTIO" userId="bfbf8177-994f-4b30-9005-e8387bdc3c02" providerId="ADAL" clId="{154EBA5D-30BE-4DA5-93B9-CE92CE31A0B4}" dt="2025-09-23T05:35:11.574" v="140" actId="20577"/>
          <ac:spMkLst>
            <pc:docMk/>
            <pc:sldMk cId="3127014159" sldId="261"/>
            <ac:spMk id="4" creationId="{E27419F7-3D66-1DD9-3B37-CA77B15CCCA1}"/>
          </ac:spMkLst>
        </pc:spChg>
        <pc:spChg chg="add">
          <ac:chgData name="HENDI SULISTIO" userId="bfbf8177-994f-4b30-9005-e8387bdc3c02" providerId="ADAL" clId="{154EBA5D-30BE-4DA5-93B9-CE92CE31A0B4}" dt="2025-09-23T02:34:16.407" v="53" actId="26606"/>
          <ac:spMkLst>
            <pc:docMk/>
            <pc:sldMk cId="3127014159" sldId="261"/>
            <ac:spMk id="2057" creationId="{736F0DFD-0954-464F-BF12-DD2E6F6E0380}"/>
          </ac:spMkLst>
        </pc:spChg>
        <pc:spChg chg="add">
          <ac:chgData name="HENDI SULISTIO" userId="bfbf8177-994f-4b30-9005-e8387bdc3c02" providerId="ADAL" clId="{154EBA5D-30BE-4DA5-93B9-CE92CE31A0B4}" dt="2025-09-23T02:34:16.407" v="53" actId="26606"/>
          <ac:spMkLst>
            <pc:docMk/>
            <pc:sldMk cId="3127014159" sldId="261"/>
            <ac:spMk id="2058" creationId="{7C1E5815-D54C-487F-A054-6D4930ADE3DF}"/>
          </ac:spMkLst>
        </pc:spChg>
        <pc:picChg chg="add mod">
          <ac:chgData name="HENDI SULISTIO" userId="bfbf8177-994f-4b30-9005-e8387bdc3c02" providerId="ADAL" clId="{154EBA5D-30BE-4DA5-93B9-CE92CE31A0B4}" dt="2025-09-23T05:35:20.566" v="144" actId="1076"/>
          <ac:picMkLst>
            <pc:docMk/>
            <pc:sldMk cId="3127014159" sldId="261"/>
            <ac:picMk id="2050" creationId="{6697AC30-0887-0DA2-3354-48BCD6B4B302}"/>
          </ac:picMkLst>
        </pc:picChg>
      </pc:sldChg>
      <pc:sldChg chg="addSp delSp modSp add mod setBg">
        <pc:chgData name="HENDI SULISTIO" userId="bfbf8177-994f-4b30-9005-e8387bdc3c02" providerId="ADAL" clId="{154EBA5D-30BE-4DA5-93B9-CE92CE31A0B4}" dt="2025-09-27T17:16:26.545" v="359" actId="478"/>
        <pc:sldMkLst>
          <pc:docMk/>
          <pc:sldMk cId="509419747" sldId="262"/>
        </pc:sldMkLst>
        <pc:spChg chg="add mod">
          <ac:chgData name="HENDI SULISTIO" userId="bfbf8177-994f-4b30-9005-e8387bdc3c02" providerId="ADAL" clId="{154EBA5D-30BE-4DA5-93B9-CE92CE31A0B4}" dt="2025-09-23T05:38:38.124" v="200" actId="20577"/>
          <ac:spMkLst>
            <pc:docMk/>
            <pc:sldMk cId="509419747" sldId="262"/>
            <ac:spMk id="2" creationId="{95A72E13-738B-6C68-EE6E-586752FBC624}"/>
          </ac:spMkLst>
        </pc:spChg>
        <pc:spChg chg="ord">
          <ac:chgData name="HENDI SULISTIO" userId="bfbf8177-994f-4b30-9005-e8387bdc3c02" providerId="ADAL" clId="{154EBA5D-30BE-4DA5-93B9-CE92CE31A0B4}" dt="2025-09-23T02:39:05.422" v="61" actId="26606"/>
          <ac:spMkLst>
            <pc:docMk/>
            <pc:sldMk cId="509419747" sldId="262"/>
            <ac:spMk id="3" creationId="{F7257599-8142-FCA3-77DD-BDFD278D3704}"/>
          </ac:spMkLst>
        </pc:spChg>
        <pc:spChg chg="add mod">
          <ac:chgData name="HENDI SULISTIO" userId="bfbf8177-994f-4b30-9005-e8387bdc3c02" providerId="ADAL" clId="{154EBA5D-30BE-4DA5-93B9-CE92CE31A0B4}" dt="2025-09-23T05:38:48.164" v="201" actId="1076"/>
          <ac:spMkLst>
            <pc:docMk/>
            <pc:sldMk cId="509419747" sldId="262"/>
            <ac:spMk id="4" creationId="{254EF1F1-051F-076F-C527-F7235A9457B8}"/>
          </ac:spMkLst>
        </pc:spChg>
        <pc:spChg chg="add mod">
          <ac:chgData name="HENDI SULISTIO" userId="bfbf8177-994f-4b30-9005-e8387bdc3c02" providerId="ADAL" clId="{154EBA5D-30BE-4DA5-93B9-CE92CE31A0B4}" dt="2025-09-23T05:39:39.404" v="237" actId="207"/>
          <ac:spMkLst>
            <pc:docMk/>
            <pc:sldMk cId="509419747" sldId="262"/>
            <ac:spMk id="5" creationId="{B0150441-80AA-CE61-F746-B77C1C2B300A}"/>
          </ac:spMkLst>
        </pc:spChg>
        <pc:spChg chg="add mod">
          <ac:chgData name="HENDI SULISTIO" userId="bfbf8177-994f-4b30-9005-e8387bdc3c02" providerId="ADAL" clId="{154EBA5D-30BE-4DA5-93B9-CE92CE31A0B4}" dt="2025-09-27T17:16:07.067" v="358" actId="1076"/>
          <ac:spMkLst>
            <pc:docMk/>
            <pc:sldMk cId="509419747" sldId="262"/>
            <ac:spMk id="6" creationId="{AB056ADC-D510-9B92-85F4-B1FEA9EDC000}"/>
          </ac:spMkLst>
        </pc:spChg>
        <pc:spChg chg="add del mod">
          <ac:chgData name="HENDI SULISTIO" userId="bfbf8177-994f-4b30-9005-e8387bdc3c02" providerId="ADAL" clId="{154EBA5D-30BE-4DA5-93B9-CE92CE31A0B4}" dt="2025-09-27T17:16:26.545" v="359" actId="478"/>
          <ac:spMkLst>
            <pc:docMk/>
            <pc:sldMk cId="509419747" sldId="262"/>
            <ac:spMk id="7" creationId="{2FBCD285-4AB1-5468-B24E-263BCC623DE5}"/>
          </ac:spMkLst>
        </pc:spChg>
        <pc:spChg chg="add">
          <ac:chgData name="HENDI SULISTIO" userId="bfbf8177-994f-4b30-9005-e8387bdc3c02" providerId="ADAL" clId="{154EBA5D-30BE-4DA5-93B9-CE92CE31A0B4}" dt="2025-09-23T02:39:24.304" v="71" actId="26606"/>
          <ac:spMkLst>
            <pc:docMk/>
            <pc:sldMk cId="509419747" sldId="262"/>
            <ac:spMk id="3079" creationId="{5F879AC3-D4CE-493C-ADC7-06205677F4F8}"/>
          </ac:spMkLst>
        </pc:spChg>
        <pc:spChg chg="add">
          <ac:chgData name="HENDI SULISTIO" userId="bfbf8177-994f-4b30-9005-e8387bdc3c02" providerId="ADAL" clId="{154EBA5D-30BE-4DA5-93B9-CE92CE31A0B4}" dt="2025-09-23T02:39:24.304" v="71" actId="26606"/>
          <ac:spMkLst>
            <pc:docMk/>
            <pc:sldMk cId="509419747" sldId="262"/>
            <ac:spMk id="3081" creationId="{736F0DFD-0954-464F-BF12-DD2E6F6E0380}"/>
          </ac:spMkLst>
        </pc:spChg>
        <pc:picChg chg="add mod">
          <ac:chgData name="HENDI SULISTIO" userId="bfbf8177-994f-4b30-9005-e8387bdc3c02" providerId="ADAL" clId="{154EBA5D-30BE-4DA5-93B9-CE92CE31A0B4}" dt="2025-09-23T05:06:07.967" v="88" actId="732"/>
          <ac:picMkLst>
            <pc:docMk/>
            <pc:sldMk cId="509419747" sldId="262"/>
            <ac:picMk id="3074" creationId="{D71D4D9A-F622-641C-BE7E-C01AA9BFD9D7}"/>
          </ac:picMkLst>
        </pc:picChg>
      </pc:sldChg>
      <pc:sldChg chg="addSp delSp modSp add mod ord setBg">
        <pc:chgData name="HENDI SULISTIO" userId="bfbf8177-994f-4b30-9005-e8387bdc3c02" providerId="ADAL" clId="{154EBA5D-30BE-4DA5-93B9-CE92CE31A0B4}" dt="2025-09-27T17:15:37.323" v="342"/>
        <pc:sldMkLst>
          <pc:docMk/>
          <pc:sldMk cId="4073256299" sldId="263"/>
        </pc:sldMkLst>
        <pc:spChg chg="add mod">
          <ac:chgData name="HENDI SULISTIO" userId="bfbf8177-994f-4b30-9005-e8387bdc3c02" providerId="ADAL" clId="{154EBA5D-30BE-4DA5-93B9-CE92CE31A0B4}" dt="2025-09-23T05:39:43.289" v="238" actId="207"/>
          <ac:spMkLst>
            <pc:docMk/>
            <pc:sldMk cId="4073256299" sldId="263"/>
            <ac:spMk id="2" creationId="{B8B9B520-24D9-14AA-7614-51A321901C7B}"/>
          </ac:spMkLst>
        </pc:spChg>
        <pc:spChg chg="ord">
          <ac:chgData name="HENDI SULISTIO" userId="bfbf8177-994f-4b30-9005-e8387bdc3c02" providerId="ADAL" clId="{154EBA5D-30BE-4DA5-93B9-CE92CE31A0B4}" dt="2025-09-23T02:39:20.513" v="70" actId="26606"/>
          <ac:spMkLst>
            <pc:docMk/>
            <pc:sldMk cId="4073256299" sldId="263"/>
            <ac:spMk id="3" creationId="{DDCA8CAD-1C1A-A495-4907-5B03D5229A84}"/>
          </ac:spMkLst>
        </pc:spChg>
        <pc:spChg chg="add mod">
          <ac:chgData name="HENDI SULISTIO" userId="bfbf8177-994f-4b30-9005-e8387bdc3c02" providerId="ADAL" clId="{154EBA5D-30BE-4DA5-93B9-CE92CE31A0B4}" dt="2025-09-23T05:39:35.279" v="236" actId="1076"/>
          <ac:spMkLst>
            <pc:docMk/>
            <pc:sldMk cId="4073256299" sldId="263"/>
            <ac:spMk id="4" creationId="{273F78D5-601F-A91B-8617-D93A8DB93AB3}"/>
          </ac:spMkLst>
        </pc:spChg>
        <pc:spChg chg="add mod">
          <ac:chgData name="HENDI SULISTIO" userId="bfbf8177-994f-4b30-9005-e8387bdc3c02" providerId="ADAL" clId="{154EBA5D-30BE-4DA5-93B9-CE92CE31A0B4}" dt="2025-09-23T05:42:33.173" v="277" actId="20577"/>
          <ac:spMkLst>
            <pc:docMk/>
            <pc:sldMk cId="4073256299" sldId="263"/>
            <ac:spMk id="5" creationId="{6EFF1EEA-3A3C-4B0C-E966-7E9BC123CC67}"/>
          </ac:spMkLst>
        </pc:spChg>
        <pc:spChg chg="add mod">
          <ac:chgData name="HENDI SULISTIO" userId="bfbf8177-994f-4b30-9005-e8387bdc3c02" providerId="ADAL" clId="{154EBA5D-30BE-4DA5-93B9-CE92CE31A0B4}" dt="2025-09-23T05:43:23.796" v="328" actId="113"/>
          <ac:spMkLst>
            <pc:docMk/>
            <pc:sldMk cId="4073256299" sldId="263"/>
            <ac:spMk id="6" creationId="{A6631C35-5E70-2006-31A9-A68F67AB27C1}"/>
          </ac:spMkLst>
        </pc:spChg>
        <pc:spChg chg="add">
          <ac:chgData name="HENDI SULISTIO" userId="bfbf8177-994f-4b30-9005-e8387bdc3c02" providerId="ADAL" clId="{154EBA5D-30BE-4DA5-93B9-CE92CE31A0B4}" dt="2025-09-23T02:39:20.513" v="70" actId="26606"/>
          <ac:spMkLst>
            <pc:docMk/>
            <pc:sldMk cId="4073256299" sldId="263"/>
            <ac:spMk id="4100" creationId="{5F879AC3-D4CE-493C-ADC7-06205677F4F8}"/>
          </ac:spMkLst>
        </pc:spChg>
        <pc:spChg chg="add">
          <ac:chgData name="HENDI SULISTIO" userId="bfbf8177-994f-4b30-9005-e8387bdc3c02" providerId="ADAL" clId="{154EBA5D-30BE-4DA5-93B9-CE92CE31A0B4}" dt="2025-09-23T02:39:20.513" v="70" actId="26606"/>
          <ac:spMkLst>
            <pc:docMk/>
            <pc:sldMk cId="4073256299" sldId="263"/>
            <ac:spMk id="4101" creationId="{736F0DFD-0954-464F-BF12-DD2E6F6E0380}"/>
          </ac:spMkLst>
        </pc:spChg>
        <pc:picChg chg="add mod">
          <ac:chgData name="HENDI SULISTIO" userId="bfbf8177-994f-4b30-9005-e8387bdc3c02" providerId="ADAL" clId="{154EBA5D-30BE-4DA5-93B9-CE92CE31A0B4}" dt="2025-09-23T05:40:01.992" v="241" actId="732"/>
          <ac:picMkLst>
            <pc:docMk/>
            <pc:sldMk cId="4073256299" sldId="263"/>
            <ac:picMk id="4098" creationId="{C1C43671-5A94-A5E0-0707-46F39A6F0209}"/>
          </ac:picMkLst>
        </pc:picChg>
      </pc:sldChg>
      <pc:sldChg chg="addSp delSp modSp add mod setBg">
        <pc:chgData name="HENDI SULISTIO" userId="bfbf8177-994f-4b30-9005-e8387bdc3c02" providerId="ADAL" clId="{154EBA5D-30BE-4DA5-93B9-CE92CE31A0B4}" dt="2025-09-23T05:35:26.531" v="146" actId="1076"/>
        <pc:sldMkLst>
          <pc:docMk/>
          <pc:sldMk cId="1682667165" sldId="264"/>
        </pc:sldMkLst>
        <pc:spChg chg="add mod">
          <ac:chgData name="HENDI SULISTIO" userId="bfbf8177-994f-4b30-9005-e8387bdc3c02" providerId="ADAL" clId="{154EBA5D-30BE-4DA5-93B9-CE92CE31A0B4}" dt="2025-09-23T05:35:02.783" v="133" actId="1076"/>
          <ac:spMkLst>
            <pc:docMk/>
            <pc:sldMk cId="1682667165" sldId="264"/>
            <ac:spMk id="2" creationId="{36261810-21BB-0A23-FD90-6C348656FFF8}"/>
          </ac:spMkLst>
        </pc:spChg>
        <pc:spChg chg="ord">
          <ac:chgData name="HENDI SULISTIO" userId="bfbf8177-994f-4b30-9005-e8387bdc3c02" providerId="ADAL" clId="{154EBA5D-30BE-4DA5-93B9-CE92CE31A0B4}" dt="2025-09-23T02:34:08.574" v="50" actId="26606"/>
          <ac:spMkLst>
            <pc:docMk/>
            <pc:sldMk cId="1682667165" sldId="264"/>
            <ac:spMk id="3" creationId="{B230849A-FF1A-AE21-7B79-A02CA87F4456}"/>
          </ac:spMkLst>
        </pc:spChg>
        <pc:spChg chg="add">
          <ac:chgData name="HENDI SULISTIO" userId="bfbf8177-994f-4b30-9005-e8387bdc3c02" providerId="ADAL" clId="{154EBA5D-30BE-4DA5-93B9-CE92CE31A0B4}" dt="2025-09-23T02:34:08.574" v="50" actId="26606"/>
          <ac:spMkLst>
            <pc:docMk/>
            <pc:sldMk cId="1682667165" sldId="264"/>
            <ac:spMk id="5138" creationId="{7C1E5815-D54C-487F-A054-6D4930ADE3DF}"/>
          </ac:spMkLst>
        </pc:spChg>
        <pc:spChg chg="add">
          <ac:chgData name="HENDI SULISTIO" userId="bfbf8177-994f-4b30-9005-e8387bdc3c02" providerId="ADAL" clId="{154EBA5D-30BE-4DA5-93B9-CE92CE31A0B4}" dt="2025-09-23T02:34:08.574" v="50" actId="26606"/>
          <ac:spMkLst>
            <pc:docMk/>
            <pc:sldMk cId="1682667165" sldId="264"/>
            <ac:spMk id="5139" creationId="{736F0DFD-0954-464F-BF12-DD2E6F6E0380}"/>
          </ac:spMkLst>
        </pc:spChg>
        <pc:picChg chg="add mod">
          <ac:chgData name="HENDI SULISTIO" userId="bfbf8177-994f-4b30-9005-e8387bdc3c02" providerId="ADAL" clId="{154EBA5D-30BE-4DA5-93B9-CE92CE31A0B4}" dt="2025-09-23T05:35:26.531" v="146" actId="1076"/>
          <ac:picMkLst>
            <pc:docMk/>
            <pc:sldMk cId="1682667165" sldId="264"/>
            <ac:picMk id="5122" creationId="{9D66CFCA-6D0A-B342-EA53-A23191775039}"/>
          </ac:picMkLst>
        </pc:picChg>
      </pc:sldChg>
      <pc:sldChg chg="addSp delSp modSp add mod setBg">
        <pc:chgData name="HENDI SULISTIO" userId="bfbf8177-994f-4b30-9005-e8387bdc3c02" providerId="ADAL" clId="{154EBA5D-30BE-4DA5-93B9-CE92CE31A0B4}" dt="2025-09-23T05:35:43.687" v="153" actId="20577"/>
        <pc:sldMkLst>
          <pc:docMk/>
          <pc:sldMk cId="3481967747" sldId="265"/>
        </pc:sldMkLst>
        <pc:spChg chg="add mod">
          <ac:chgData name="HENDI SULISTIO" userId="bfbf8177-994f-4b30-9005-e8387bdc3c02" providerId="ADAL" clId="{154EBA5D-30BE-4DA5-93B9-CE92CE31A0B4}" dt="2025-09-23T05:35:43.687" v="153" actId="20577"/>
          <ac:spMkLst>
            <pc:docMk/>
            <pc:sldMk cId="3481967747" sldId="265"/>
            <ac:spMk id="2" creationId="{BBFD3642-79EE-F7C2-333E-B146D7053D3E}"/>
          </ac:spMkLst>
        </pc:spChg>
        <pc:spChg chg="ord">
          <ac:chgData name="HENDI SULISTIO" userId="bfbf8177-994f-4b30-9005-e8387bdc3c02" providerId="ADAL" clId="{154EBA5D-30BE-4DA5-93B9-CE92CE31A0B4}" dt="2025-09-23T02:33:54.445" v="43" actId="26606"/>
          <ac:spMkLst>
            <pc:docMk/>
            <pc:sldMk cId="3481967747" sldId="265"/>
            <ac:spMk id="3" creationId="{2C0ADB82-6506-E382-0E09-52077B6776D9}"/>
          </ac:spMkLst>
        </pc:spChg>
        <pc:spChg chg="add">
          <ac:chgData name="HENDI SULISTIO" userId="bfbf8177-994f-4b30-9005-e8387bdc3c02" providerId="ADAL" clId="{154EBA5D-30BE-4DA5-93B9-CE92CE31A0B4}" dt="2025-09-23T02:33:54.445" v="43" actId="26606"/>
          <ac:spMkLst>
            <pc:docMk/>
            <pc:sldMk cId="3481967747" sldId="265"/>
            <ac:spMk id="6151" creationId="{7BDAC5B6-20CE-447F-8BA1-F2274AC7AE5B}"/>
          </ac:spMkLst>
        </pc:spChg>
        <pc:spChg chg="add">
          <ac:chgData name="HENDI SULISTIO" userId="bfbf8177-994f-4b30-9005-e8387bdc3c02" providerId="ADAL" clId="{154EBA5D-30BE-4DA5-93B9-CE92CE31A0B4}" dt="2025-09-23T02:33:54.445" v="43" actId="26606"/>
          <ac:spMkLst>
            <pc:docMk/>
            <pc:sldMk cId="3481967747" sldId="265"/>
            <ac:spMk id="6153" creationId="{D1D22B31-BF8F-446B-9009-8A251FB177CB}"/>
          </ac:spMkLst>
        </pc:spChg>
        <pc:picChg chg="add mod">
          <ac:chgData name="HENDI SULISTIO" userId="bfbf8177-994f-4b30-9005-e8387bdc3c02" providerId="ADAL" clId="{154EBA5D-30BE-4DA5-93B9-CE92CE31A0B4}" dt="2025-09-23T05:35:34.716" v="148" actId="1076"/>
          <ac:picMkLst>
            <pc:docMk/>
            <pc:sldMk cId="3481967747" sldId="265"/>
            <ac:picMk id="6146" creationId="{BE53C2AE-5B0A-7BA8-D345-AD0046ED0107}"/>
          </ac:picMkLst>
        </pc:picChg>
      </pc:sldChg>
      <pc:sldChg chg="addSp delSp modSp add del">
        <pc:chgData name="HENDI SULISTIO" userId="bfbf8177-994f-4b30-9005-e8387bdc3c02" providerId="ADAL" clId="{154EBA5D-30BE-4DA5-93B9-CE92CE31A0B4}" dt="2025-09-23T05:05:48.719" v="85" actId="47"/>
        <pc:sldMkLst>
          <pc:docMk/>
          <pc:sldMk cId="333942583" sldId="266"/>
        </pc:sldMkLst>
      </pc:sldChg>
      <pc:sldChg chg="addSp delSp modSp new del mod">
        <pc:chgData name="HENDI SULISTIO" userId="bfbf8177-994f-4b30-9005-e8387bdc3c02" providerId="ADAL" clId="{154EBA5D-30BE-4DA5-93B9-CE92CE31A0B4}" dt="2025-09-27T18:06:52.264" v="2625" actId="47"/>
        <pc:sldMkLst>
          <pc:docMk/>
          <pc:sldMk cId="1300587678" sldId="266"/>
        </pc:sldMkLst>
        <pc:spChg chg="add del mod">
          <ac:chgData name="HENDI SULISTIO" userId="bfbf8177-994f-4b30-9005-e8387bdc3c02" providerId="ADAL" clId="{154EBA5D-30BE-4DA5-93B9-CE92CE31A0B4}" dt="2025-09-27T17:17:26.683" v="463" actId="21"/>
          <ac:spMkLst>
            <pc:docMk/>
            <pc:sldMk cId="1300587678" sldId="266"/>
            <ac:spMk id="3" creationId="{262BCA9F-E5B2-005A-12EA-FF57C37150C9}"/>
          </ac:spMkLst>
        </pc:spChg>
      </pc:sldChg>
      <pc:sldChg chg="addSp delSp modSp add mod ord">
        <pc:chgData name="HENDI SULISTIO" userId="bfbf8177-994f-4b30-9005-e8387bdc3c02" providerId="ADAL" clId="{154EBA5D-30BE-4DA5-93B9-CE92CE31A0B4}" dt="2025-09-27T17:44:15.577" v="1580" actId="113"/>
        <pc:sldMkLst>
          <pc:docMk/>
          <pc:sldMk cId="4131995613" sldId="267"/>
        </pc:sldMkLst>
        <pc:spChg chg="add mod">
          <ac:chgData name="HENDI SULISTIO" userId="bfbf8177-994f-4b30-9005-e8387bdc3c02" providerId="ADAL" clId="{154EBA5D-30BE-4DA5-93B9-CE92CE31A0B4}" dt="2025-09-27T17:44:15.577" v="1580" actId="113"/>
          <ac:spMkLst>
            <pc:docMk/>
            <pc:sldMk cId="4131995613" sldId="267"/>
            <ac:spMk id="2" creationId="{3E247872-E08B-C6B4-51B5-9B069748E70E}"/>
          </ac:spMkLst>
        </pc:spChg>
        <pc:spChg chg="del mod">
          <ac:chgData name="HENDI SULISTIO" userId="bfbf8177-994f-4b30-9005-e8387bdc3c02" providerId="ADAL" clId="{154EBA5D-30BE-4DA5-93B9-CE92CE31A0B4}" dt="2025-09-27T17:42:15.923" v="1528" actId="478"/>
          <ac:spMkLst>
            <pc:docMk/>
            <pc:sldMk cId="4131995613" sldId="267"/>
            <ac:spMk id="4" creationId="{D5CADC46-1148-C68D-B77D-43C42C82C073}"/>
          </ac:spMkLst>
        </pc:spChg>
        <pc:spChg chg="add mod">
          <ac:chgData name="HENDI SULISTIO" userId="bfbf8177-994f-4b30-9005-e8387bdc3c02" providerId="ADAL" clId="{154EBA5D-30BE-4DA5-93B9-CE92CE31A0B4}" dt="2025-09-27T17:37:43.851" v="1245" actId="113"/>
          <ac:spMkLst>
            <pc:docMk/>
            <pc:sldMk cId="4131995613" sldId="267"/>
            <ac:spMk id="7" creationId="{46E7D171-DE0F-E6A1-6283-19AA4CF2FAE0}"/>
          </ac:spMkLst>
        </pc:spChg>
        <pc:spChg chg="add mod">
          <ac:chgData name="HENDI SULISTIO" userId="bfbf8177-994f-4b30-9005-e8387bdc3c02" providerId="ADAL" clId="{154EBA5D-30BE-4DA5-93B9-CE92CE31A0B4}" dt="2025-09-27T17:42:16.639" v="1529"/>
          <ac:spMkLst>
            <pc:docMk/>
            <pc:sldMk cId="4131995613" sldId="267"/>
            <ac:spMk id="12" creationId="{1570244F-324E-C7C4-57F0-4471E8200E23}"/>
          </ac:spMkLst>
        </pc:spChg>
        <pc:picChg chg="add mod">
          <ac:chgData name="HENDI SULISTIO" userId="bfbf8177-994f-4b30-9005-e8387bdc3c02" providerId="ADAL" clId="{154EBA5D-30BE-4DA5-93B9-CE92CE31A0B4}" dt="2025-09-27T17:37:06.963" v="1210" actId="1076"/>
          <ac:picMkLst>
            <pc:docMk/>
            <pc:sldMk cId="4131995613" sldId="267"/>
            <ac:picMk id="6" creationId="{FC6AD305-E16F-37B6-887E-B3DA820A6395}"/>
          </ac:picMkLst>
        </pc:picChg>
        <pc:picChg chg="add mod">
          <ac:chgData name="HENDI SULISTIO" userId="bfbf8177-994f-4b30-9005-e8387bdc3c02" providerId="ADAL" clId="{154EBA5D-30BE-4DA5-93B9-CE92CE31A0B4}" dt="2025-09-27T17:38:37.931" v="1253" actId="14100"/>
          <ac:picMkLst>
            <pc:docMk/>
            <pc:sldMk cId="4131995613" sldId="267"/>
            <ac:picMk id="9" creationId="{6982F73B-ABFB-E481-B4F2-12237F83217D}"/>
          </ac:picMkLst>
        </pc:picChg>
        <pc:picChg chg="add del mod">
          <ac:chgData name="HENDI SULISTIO" userId="bfbf8177-994f-4b30-9005-e8387bdc3c02" providerId="ADAL" clId="{154EBA5D-30BE-4DA5-93B9-CE92CE31A0B4}" dt="2025-09-27T17:38:25.908" v="1251" actId="21"/>
          <ac:picMkLst>
            <pc:docMk/>
            <pc:sldMk cId="4131995613" sldId="267"/>
            <ac:picMk id="11" creationId="{68B0E505-0DE7-6084-EF63-69A711E0254E}"/>
          </ac:picMkLst>
        </pc:picChg>
        <pc:picChg chg="del">
          <ac:chgData name="HENDI SULISTIO" userId="bfbf8177-994f-4b30-9005-e8387bdc3c02" providerId="ADAL" clId="{154EBA5D-30BE-4DA5-93B9-CE92CE31A0B4}" dt="2025-09-26T07:01:05.122" v="338" actId="478"/>
          <ac:picMkLst>
            <pc:docMk/>
            <pc:sldMk cId="4131995613" sldId="267"/>
            <ac:picMk id="2050" creationId="{C75216E8-579F-8125-B6B4-67D86718DA0F}"/>
          </ac:picMkLst>
        </pc:picChg>
      </pc:sldChg>
      <pc:sldChg chg="addSp delSp modSp add mod">
        <pc:chgData name="HENDI SULISTIO" userId="bfbf8177-994f-4b30-9005-e8387bdc3c02" providerId="ADAL" clId="{154EBA5D-30BE-4DA5-93B9-CE92CE31A0B4}" dt="2025-09-27T17:23:32.869" v="843" actId="20577"/>
        <pc:sldMkLst>
          <pc:docMk/>
          <pc:sldMk cId="304281540" sldId="268"/>
        </pc:sldMkLst>
        <pc:spChg chg="add del mod">
          <ac:chgData name="HENDI SULISTIO" userId="bfbf8177-994f-4b30-9005-e8387bdc3c02" providerId="ADAL" clId="{154EBA5D-30BE-4DA5-93B9-CE92CE31A0B4}" dt="2025-09-27T17:19:27.004" v="469" actId="21"/>
          <ac:spMkLst>
            <pc:docMk/>
            <pc:sldMk cId="304281540" sldId="268"/>
            <ac:spMk id="2" creationId="{262BCA9F-E5B2-005A-12EA-FF57C37150C9}"/>
          </ac:spMkLst>
        </pc:spChg>
        <pc:spChg chg="mod">
          <ac:chgData name="HENDI SULISTIO" userId="bfbf8177-994f-4b30-9005-e8387bdc3c02" providerId="ADAL" clId="{154EBA5D-30BE-4DA5-93B9-CE92CE31A0B4}" dt="2025-09-27T17:23:32.869" v="843" actId="20577"/>
          <ac:spMkLst>
            <pc:docMk/>
            <pc:sldMk cId="304281540" sldId="268"/>
            <ac:spMk id="4" creationId="{23EA7367-3612-C87F-931A-7C2A830A8F02}"/>
          </ac:spMkLst>
        </pc:spChg>
        <pc:spChg chg="add mod">
          <ac:chgData name="HENDI SULISTIO" userId="bfbf8177-994f-4b30-9005-e8387bdc3c02" providerId="ADAL" clId="{154EBA5D-30BE-4DA5-93B9-CE92CE31A0B4}" dt="2025-09-27T17:23:03.162" v="811" actId="20577"/>
          <ac:spMkLst>
            <pc:docMk/>
            <pc:sldMk cId="304281540" sldId="268"/>
            <ac:spMk id="5" creationId="{28A2362E-8F3D-C730-9ACB-7C0440D7B4DB}"/>
          </ac:spMkLst>
        </pc:spChg>
        <pc:picChg chg="add mod">
          <ac:chgData name="HENDI SULISTIO" userId="bfbf8177-994f-4b30-9005-e8387bdc3c02" providerId="ADAL" clId="{154EBA5D-30BE-4DA5-93B9-CE92CE31A0B4}" dt="2025-09-27T17:21:46.496" v="622" actId="14100"/>
          <ac:picMkLst>
            <pc:docMk/>
            <pc:sldMk cId="304281540" sldId="268"/>
            <ac:picMk id="7" creationId="{26B2460E-CD1E-4C9C-F9E7-E0D7B7E33C45}"/>
          </ac:picMkLst>
        </pc:picChg>
      </pc:sldChg>
      <pc:sldChg chg="addSp delSp modSp add mod">
        <pc:chgData name="HENDI SULISTIO" userId="bfbf8177-994f-4b30-9005-e8387bdc3c02" providerId="ADAL" clId="{154EBA5D-30BE-4DA5-93B9-CE92CE31A0B4}" dt="2025-09-27T18:06:18.847" v="2602" actId="1076"/>
        <pc:sldMkLst>
          <pc:docMk/>
          <pc:sldMk cId="947136596" sldId="269"/>
        </pc:sldMkLst>
        <pc:spChg chg="mod">
          <ac:chgData name="HENDI SULISTIO" userId="bfbf8177-994f-4b30-9005-e8387bdc3c02" providerId="ADAL" clId="{154EBA5D-30BE-4DA5-93B9-CE92CE31A0B4}" dt="2025-09-27T17:49:31.816" v="1848" actId="20577"/>
          <ac:spMkLst>
            <pc:docMk/>
            <pc:sldMk cId="947136596" sldId="269"/>
            <ac:spMk id="4" creationId="{4A94BD28-6D67-B0D4-0177-7C815652ACA2}"/>
          </ac:spMkLst>
        </pc:spChg>
        <pc:spChg chg="add mod">
          <ac:chgData name="HENDI SULISTIO" userId="bfbf8177-994f-4b30-9005-e8387bdc3c02" providerId="ADAL" clId="{154EBA5D-30BE-4DA5-93B9-CE92CE31A0B4}" dt="2025-09-27T17:50:52.212" v="1900" actId="1076"/>
          <ac:spMkLst>
            <pc:docMk/>
            <pc:sldMk cId="947136596" sldId="269"/>
            <ac:spMk id="6" creationId="{FB7B5F5C-4274-136C-2301-BF5FA633E77A}"/>
          </ac:spMkLst>
        </pc:spChg>
        <pc:spChg chg="add mod">
          <ac:chgData name="HENDI SULISTIO" userId="bfbf8177-994f-4b30-9005-e8387bdc3c02" providerId="ADAL" clId="{154EBA5D-30BE-4DA5-93B9-CE92CE31A0B4}" dt="2025-09-27T18:03:33.954" v="2597" actId="20577"/>
          <ac:spMkLst>
            <pc:docMk/>
            <pc:sldMk cId="947136596" sldId="269"/>
            <ac:spMk id="7" creationId="{1D1B38B8-272A-760F-B917-94B5C0064699}"/>
          </ac:spMkLst>
        </pc:spChg>
        <pc:spChg chg="add mod">
          <ac:chgData name="HENDI SULISTIO" userId="bfbf8177-994f-4b30-9005-e8387bdc3c02" providerId="ADAL" clId="{154EBA5D-30BE-4DA5-93B9-CE92CE31A0B4}" dt="2025-09-27T18:03:21.839" v="2549"/>
          <ac:spMkLst>
            <pc:docMk/>
            <pc:sldMk cId="947136596" sldId="269"/>
            <ac:spMk id="8" creationId="{CFF54926-26A6-F906-4324-3AD92419ABD0}"/>
          </ac:spMkLst>
        </pc:spChg>
        <pc:picChg chg="add del mod">
          <ac:chgData name="HENDI SULISTIO" userId="bfbf8177-994f-4b30-9005-e8387bdc3c02" providerId="ADAL" clId="{154EBA5D-30BE-4DA5-93B9-CE92CE31A0B4}" dt="2025-09-27T18:06:13.024" v="2598" actId="478"/>
          <ac:picMkLst>
            <pc:docMk/>
            <pc:sldMk cId="947136596" sldId="269"/>
            <ac:picMk id="5" creationId="{26E7A8CD-8C6B-61C5-72B0-91EA02DEE061}"/>
          </ac:picMkLst>
        </pc:picChg>
        <pc:picChg chg="add mod">
          <ac:chgData name="HENDI SULISTIO" userId="bfbf8177-994f-4b30-9005-e8387bdc3c02" providerId="ADAL" clId="{154EBA5D-30BE-4DA5-93B9-CE92CE31A0B4}" dt="2025-09-27T18:06:18.847" v="2602" actId="1076"/>
          <ac:picMkLst>
            <pc:docMk/>
            <pc:sldMk cId="947136596" sldId="269"/>
            <ac:picMk id="10" creationId="{76878B9D-9B1F-2F80-A30C-ED6350C05B70}"/>
          </ac:picMkLst>
        </pc:picChg>
      </pc:sldChg>
      <pc:sldChg chg="addSp delSp modSp add mod">
        <pc:chgData name="HENDI SULISTIO" userId="bfbf8177-994f-4b30-9005-e8387bdc3c02" providerId="ADAL" clId="{154EBA5D-30BE-4DA5-93B9-CE92CE31A0B4}" dt="2025-09-27T17:44:10.373" v="1579" actId="113"/>
        <pc:sldMkLst>
          <pc:docMk/>
          <pc:sldMk cId="3930508163" sldId="270"/>
        </pc:sldMkLst>
        <pc:spChg chg="del">
          <ac:chgData name="HENDI SULISTIO" userId="bfbf8177-994f-4b30-9005-e8387bdc3c02" providerId="ADAL" clId="{154EBA5D-30BE-4DA5-93B9-CE92CE31A0B4}" dt="2025-09-27T17:23:41.158" v="845" actId="478"/>
          <ac:spMkLst>
            <pc:docMk/>
            <pc:sldMk cId="3930508163" sldId="270"/>
            <ac:spMk id="2" creationId="{28D8F5EF-3EAC-4BFB-3EED-DC12E0D6BA76}"/>
          </ac:spMkLst>
        </pc:spChg>
        <pc:spChg chg="mod">
          <ac:chgData name="HENDI SULISTIO" userId="bfbf8177-994f-4b30-9005-e8387bdc3c02" providerId="ADAL" clId="{154EBA5D-30BE-4DA5-93B9-CE92CE31A0B4}" dt="2025-09-27T17:44:10.373" v="1579" actId="113"/>
          <ac:spMkLst>
            <pc:docMk/>
            <pc:sldMk cId="3930508163" sldId="270"/>
            <ac:spMk id="5" creationId="{C702CA59-9D99-D576-1556-C2D444FC4E45}"/>
          </ac:spMkLst>
        </pc:spChg>
        <pc:spChg chg="add mod">
          <ac:chgData name="HENDI SULISTIO" userId="bfbf8177-994f-4b30-9005-e8387bdc3c02" providerId="ADAL" clId="{154EBA5D-30BE-4DA5-93B9-CE92CE31A0B4}" dt="2025-09-27T17:27:10.037" v="1005" actId="20577"/>
          <ac:spMkLst>
            <pc:docMk/>
            <pc:sldMk cId="3930508163" sldId="270"/>
            <ac:spMk id="9" creationId="{CC29C91A-3469-71ED-B1C8-62C08D013906}"/>
          </ac:spMkLst>
        </pc:spChg>
        <pc:spChg chg="add del mod">
          <ac:chgData name="HENDI SULISTIO" userId="bfbf8177-994f-4b30-9005-e8387bdc3c02" providerId="ADAL" clId="{154EBA5D-30BE-4DA5-93B9-CE92CE31A0B4}" dt="2025-09-27T17:27:26.576" v="1007" actId="478"/>
          <ac:spMkLst>
            <pc:docMk/>
            <pc:sldMk cId="3930508163" sldId="270"/>
            <ac:spMk id="10" creationId="{C4E99ED9-5295-F146-0AC5-EA1FDE13FF6B}"/>
          </ac:spMkLst>
        </pc:spChg>
        <pc:picChg chg="del">
          <ac:chgData name="HENDI SULISTIO" userId="bfbf8177-994f-4b30-9005-e8387bdc3c02" providerId="ADAL" clId="{154EBA5D-30BE-4DA5-93B9-CE92CE31A0B4}" dt="2025-09-27T17:24:33.221" v="847" actId="478"/>
          <ac:picMkLst>
            <pc:docMk/>
            <pc:sldMk cId="3930508163" sldId="270"/>
            <ac:picMk id="7" creationId="{369641A8-0199-F619-6986-B4A1AF0C0A07}"/>
          </ac:picMkLst>
        </pc:picChg>
        <pc:picChg chg="add mod">
          <ac:chgData name="HENDI SULISTIO" userId="bfbf8177-994f-4b30-9005-e8387bdc3c02" providerId="ADAL" clId="{154EBA5D-30BE-4DA5-93B9-CE92CE31A0B4}" dt="2025-09-27T17:27:41.039" v="1013" actId="1076"/>
          <ac:picMkLst>
            <pc:docMk/>
            <pc:sldMk cId="3930508163" sldId="270"/>
            <ac:picMk id="8" creationId="{EAA55C31-BE3D-4FC9-2A0F-E5E9A8E0A860}"/>
          </ac:picMkLst>
        </pc:picChg>
        <pc:picChg chg="add mod">
          <ac:chgData name="HENDI SULISTIO" userId="bfbf8177-994f-4b30-9005-e8387bdc3c02" providerId="ADAL" clId="{154EBA5D-30BE-4DA5-93B9-CE92CE31A0B4}" dt="2025-09-27T17:27:37.440" v="1012" actId="1076"/>
          <ac:picMkLst>
            <pc:docMk/>
            <pc:sldMk cId="3930508163" sldId="270"/>
            <ac:picMk id="12" creationId="{D03C6593-63E3-3BEF-5BC0-25364A77A9F7}"/>
          </ac:picMkLst>
        </pc:picChg>
      </pc:sldChg>
      <pc:sldChg chg="addSp delSp modSp add mod">
        <pc:chgData name="HENDI SULISTIO" userId="bfbf8177-994f-4b30-9005-e8387bdc3c02" providerId="ADAL" clId="{154EBA5D-30BE-4DA5-93B9-CE92CE31A0B4}" dt="2025-09-27T17:42:11.624" v="1527" actId="20577"/>
        <pc:sldMkLst>
          <pc:docMk/>
          <pc:sldMk cId="2731157533" sldId="271"/>
        </pc:sldMkLst>
        <pc:spChg chg="mod">
          <ac:chgData name="HENDI SULISTIO" userId="bfbf8177-994f-4b30-9005-e8387bdc3c02" providerId="ADAL" clId="{154EBA5D-30BE-4DA5-93B9-CE92CE31A0B4}" dt="2025-09-27T17:40:33.191" v="1515" actId="20577"/>
          <ac:spMkLst>
            <pc:docMk/>
            <pc:sldMk cId="2731157533" sldId="271"/>
            <ac:spMk id="2" creationId="{8D46577A-E219-FE06-6A5C-88AC27BCC9D6}"/>
          </ac:spMkLst>
        </pc:spChg>
        <pc:spChg chg="mod">
          <ac:chgData name="HENDI SULISTIO" userId="bfbf8177-994f-4b30-9005-e8387bdc3c02" providerId="ADAL" clId="{154EBA5D-30BE-4DA5-93B9-CE92CE31A0B4}" dt="2025-09-27T17:42:11.624" v="1527" actId="20577"/>
          <ac:spMkLst>
            <pc:docMk/>
            <pc:sldMk cId="2731157533" sldId="271"/>
            <ac:spMk id="4" creationId="{B6AFC42F-16A9-C106-4C00-3A0A0AFEB66E}"/>
          </ac:spMkLst>
        </pc:spChg>
        <pc:spChg chg="del">
          <ac:chgData name="HENDI SULISTIO" userId="bfbf8177-994f-4b30-9005-e8387bdc3c02" providerId="ADAL" clId="{154EBA5D-30BE-4DA5-93B9-CE92CE31A0B4}" dt="2025-09-27T17:38:47.009" v="1255" actId="478"/>
          <ac:spMkLst>
            <pc:docMk/>
            <pc:sldMk cId="2731157533" sldId="271"/>
            <ac:spMk id="7" creationId="{3547A152-83D3-10C4-3693-906B98B4F02F}"/>
          </ac:spMkLst>
        </pc:spChg>
        <pc:picChg chg="del">
          <ac:chgData name="HENDI SULISTIO" userId="bfbf8177-994f-4b30-9005-e8387bdc3c02" providerId="ADAL" clId="{154EBA5D-30BE-4DA5-93B9-CE92CE31A0B4}" dt="2025-09-27T17:38:44.875" v="1254" actId="478"/>
          <ac:picMkLst>
            <pc:docMk/>
            <pc:sldMk cId="2731157533" sldId="271"/>
            <ac:picMk id="6" creationId="{DB532E6F-EE2A-D14D-80A2-62D1D2093B41}"/>
          </ac:picMkLst>
        </pc:picChg>
        <pc:picChg chg="add mod">
          <ac:chgData name="HENDI SULISTIO" userId="bfbf8177-994f-4b30-9005-e8387bdc3c02" providerId="ADAL" clId="{154EBA5D-30BE-4DA5-93B9-CE92CE31A0B4}" dt="2025-09-27T17:39:06.398" v="1259" actId="1076"/>
          <ac:picMkLst>
            <pc:docMk/>
            <pc:sldMk cId="2731157533" sldId="271"/>
            <ac:picMk id="8" creationId="{6E28116C-031F-48F2-976C-6DC508AD5BE3}"/>
          </ac:picMkLst>
        </pc:picChg>
        <pc:picChg chg="del">
          <ac:chgData name="HENDI SULISTIO" userId="bfbf8177-994f-4b30-9005-e8387bdc3c02" providerId="ADAL" clId="{154EBA5D-30BE-4DA5-93B9-CE92CE31A0B4}" dt="2025-09-27T17:38:48.900" v="1256" actId="478"/>
          <ac:picMkLst>
            <pc:docMk/>
            <pc:sldMk cId="2731157533" sldId="271"/>
            <ac:picMk id="9" creationId="{F6BD9B16-EBE7-39DA-27B7-39C4DEB8CAD9}"/>
          </ac:picMkLst>
        </pc:picChg>
      </pc:sldChg>
      <pc:sldChg chg="addSp delSp modSp add mod">
        <pc:chgData name="HENDI SULISTIO" userId="bfbf8177-994f-4b30-9005-e8387bdc3c02" providerId="ADAL" clId="{154EBA5D-30BE-4DA5-93B9-CE92CE31A0B4}" dt="2025-09-27T17:48:54.316" v="1830" actId="20577"/>
        <pc:sldMkLst>
          <pc:docMk/>
          <pc:sldMk cId="3685269515" sldId="272"/>
        </pc:sldMkLst>
        <pc:spChg chg="del mod">
          <ac:chgData name="HENDI SULISTIO" userId="bfbf8177-994f-4b30-9005-e8387bdc3c02" providerId="ADAL" clId="{154EBA5D-30BE-4DA5-93B9-CE92CE31A0B4}" dt="2025-09-27T17:42:20.856" v="1530" actId="478"/>
          <ac:spMkLst>
            <pc:docMk/>
            <pc:sldMk cId="3685269515" sldId="272"/>
            <ac:spMk id="4" creationId="{8172742A-C630-01B1-EC9C-6FAB14F5B49E}"/>
          </ac:spMkLst>
        </pc:spChg>
        <pc:spChg chg="add mod">
          <ac:chgData name="HENDI SULISTIO" userId="bfbf8177-994f-4b30-9005-e8387bdc3c02" providerId="ADAL" clId="{154EBA5D-30BE-4DA5-93B9-CE92CE31A0B4}" dt="2025-09-27T17:42:28.638" v="1539" actId="20577"/>
          <ac:spMkLst>
            <pc:docMk/>
            <pc:sldMk cId="3685269515" sldId="272"/>
            <ac:spMk id="5" creationId="{C944CB0E-07E1-DC66-E811-4DFB003AC470}"/>
          </ac:spMkLst>
        </pc:spChg>
        <pc:spChg chg="add mod">
          <ac:chgData name="HENDI SULISTIO" userId="bfbf8177-994f-4b30-9005-e8387bdc3c02" providerId="ADAL" clId="{154EBA5D-30BE-4DA5-93B9-CE92CE31A0B4}" dt="2025-09-27T17:42:54.896" v="1541"/>
          <ac:spMkLst>
            <pc:docMk/>
            <pc:sldMk cId="3685269515" sldId="272"/>
            <ac:spMk id="6" creationId="{D29AA961-7A7F-0077-4D80-3C8E807C170D}"/>
          </ac:spMkLst>
        </pc:spChg>
        <pc:spChg chg="add mod">
          <ac:chgData name="HENDI SULISTIO" userId="bfbf8177-994f-4b30-9005-e8387bdc3c02" providerId="ADAL" clId="{154EBA5D-30BE-4DA5-93B9-CE92CE31A0B4}" dt="2025-09-27T17:43:00.534" v="1542"/>
          <ac:spMkLst>
            <pc:docMk/>
            <pc:sldMk cId="3685269515" sldId="272"/>
            <ac:spMk id="7" creationId="{29533BC7-9DE1-7949-B271-93A4EF265282}"/>
          </ac:spMkLst>
        </pc:spChg>
        <pc:spChg chg="add mod">
          <ac:chgData name="HENDI SULISTIO" userId="bfbf8177-994f-4b30-9005-e8387bdc3c02" providerId="ADAL" clId="{154EBA5D-30BE-4DA5-93B9-CE92CE31A0B4}" dt="2025-09-27T17:43:11.299" v="1543"/>
          <ac:spMkLst>
            <pc:docMk/>
            <pc:sldMk cId="3685269515" sldId="272"/>
            <ac:spMk id="9" creationId="{DAE361E4-8F11-B250-301B-BD2BA083A0A8}"/>
          </ac:spMkLst>
        </pc:spChg>
        <pc:spChg chg="add mod">
          <ac:chgData name="HENDI SULISTIO" userId="bfbf8177-994f-4b30-9005-e8387bdc3c02" providerId="ADAL" clId="{154EBA5D-30BE-4DA5-93B9-CE92CE31A0B4}" dt="2025-09-27T17:43:11.299" v="1543"/>
          <ac:spMkLst>
            <pc:docMk/>
            <pc:sldMk cId="3685269515" sldId="272"/>
            <ac:spMk id="10" creationId="{1ACCB6AF-1A1A-DB27-D947-422EA91EFCBC}"/>
          </ac:spMkLst>
        </pc:spChg>
        <pc:spChg chg="add mod">
          <ac:chgData name="HENDI SULISTIO" userId="bfbf8177-994f-4b30-9005-e8387bdc3c02" providerId="ADAL" clId="{154EBA5D-30BE-4DA5-93B9-CE92CE31A0B4}" dt="2025-09-27T17:43:11.299" v="1543"/>
          <ac:spMkLst>
            <pc:docMk/>
            <pc:sldMk cId="3685269515" sldId="272"/>
            <ac:spMk id="11" creationId="{6CA8F808-33C9-CB21-EA64-8B03FEA90156}"/>
          </ac:spMkLst>
        </pc:spChg>
        <pc:spChg chg="add mod">
          <ac:chgData name="HENDI SULISTIO" userId="bfbf8177-994f-4b30-9005-e8387bdc3c02" providerId="ADAL" clId="{154EBA5D-30BE-4DA5-93B9-CE92CE31A0B4}" dt="2025-09-27T17:44:02.955" v="1577" actId="113"/>
          <ac:spMkLst>
            <pc:docMk/>
            <pc:sldMk cId="3685269515" sldId="272"/>
            <ac:spMk id="12" creationId="{16EEC7D9-9E23-F5F2-03B2-7B1DC8B954DA}"/>
          </ac:spMkLst>
        </pc:spChg>
        <pc:spChg chg="add mod">
          <ac:chgData name="HENDI SULISTIO" userId="bfbf8177-994f-4b30-9005-e8387bdc3c02" providerId="ADAL" clId="{154EBA5D-30BE-4DA5-93B9-CE92CE31A0B4}" dt="2025-09-27T17:48:54.316" v="1830" actId="20577"/>
          <ac:spMkLst>
            <pc:docMk/>
            <pc:sldMk cId="3685269515" sldId="272"/>
            <ac:spMk id="14" creationId="{A9D6C7FB-F0DE-CA4E-B85D-46085EBEA69D}"/>
          </ac:spMkLst>
        </pc:spChg>
        <pc:spChg chg="add mod">
          <ac:chgData name="HENDI SULISTIO" userId="bfbf8177-994f-4b30-9005-e8387bdc3c02" providerId="ADAL" clId="{154EBA5D-30BE-4DA5-93B9-CE92CE31A0B4}" dt="2025-09-27T17:43:18.398" v="1558" actId="20577"/>
          <ac:spMkLst>
            <pc:docMk/>
            <pc:sldMk cId="3685269515" sldId="272"/>
            <ac:spMk id="16" creationId="{DD675801-2B80-4215-3CF8-6E0249395863}"/>
          </ac:spMkLst>
        </pc:spChg>
        <pc:picChg chg="del">
          <ac:chgData name="HENDI SULISTIO" userId="bfbf8177-994f-4b30-9005-e8387bdc3c02" providerId="ADAL" clId="{154EBA5D-30BE-4DA5-93B9-CE92CE31A0B4}" dt="2025-09-27T17:42:46.051" v="1540" actId="478"/>
          <ac:picMkLst>
            <pc:docMk/>
            <pc:sldMk cId="3685269515" sldId="272"/>
            <ac:picMk id="8" creationId="{A9B4CDB7-7976-8B4E-9522-A90E93D8FF14}"/>
          </ac:picMkLst>
        </pc:picChg>
        <pc:picChg chg="add del mod">
          <ac:chgData name="HENDI SULISTIO" userId="bfbf8177-994f-4b30-9005-e8387bdc3c02" providerId="ADAL" clId="{154EBA5D-30BE-4DA5-93B9-CE92CE31A0B4}" dt="2025-09-27T17:43:52.424" v="1565" actId="478"/>
          <ac:picMkLst>
            <pc:docMk/>
            <pc:sldMk cId="3685269515" sldId="272"/>
            <ac:picMk id="13" creationId="{CCF096A1-1BA8-CE79-0390-C5872015CD61}"/>
          </ac:picMkLst>
        </pc:picChg>
        <pc:picChg chg="add del mod">
          <ac:chgData name="HENDI SULISTIO" userId="bfbf8177-994f-4b30-9005-e8387bdc3c02" providerId="ADAL" clId="{154EBA5D-30BE-4DA5-93B9-CE92CE31A0B4}" dt="2025-09-27T17:44:25.344" v="1581" actId="478"/>
          <ac:picMkLst>
            <pc:docMk/>
            <pc:sldMk cId="3685269515" sldId="272"/>
            <ac:picMk id="15" creationId="{828A8705-D2BD-728C-0B72-9536DCB06BB1}"/>
          </ac:picMkLst>
        </pc:picChg>
        <pc:picChg chg="add mod">
          <ac:chgData name="HENDI SULISTIO" userId="bfbf8177-994f-4b30-9005-e8387bdc3c02" providerId="ADAL" clId="{154EBA5D-30BE-4DA5-93B9-CE92CE31A0B4}" dt="2025-09-27T17:43:56.741" v="1567" actId="1076"/>
          <ac:picMkLst>
            <pc:docMk/>
            <pc:sldMk cId="3685269515" sldId="272"/>
            <ac:picMk id="18" creationId="{671D922C-D94A-AC99-5D7A-6BA35051A21D}"/>
          </ac:picMkLst>
        </pc:picChg>
        <pc:picChg chg="add mod">
          <ac:chgData name="HENDI SULISTIO" userId="bfbf8177-994f-4b30-9005-e8387bdc3c02" providerId="ADAL" clId="{154EBA5D-30BE-4DA5-93B9-CE92CE31A0B4}" dt="2025-09-27T17:45:30.914" v="1625" actId="1076"/>
          <ac:picMkLst>
            <pc:docMk/>
            <pc:sldMk cId="3685269515" sldId="272"/>
            <ac:picMk id="20" creationId="{A134DDD5-1B22-4DEA-CDC7-18ABE843C89C}"/>
          </ac:picMkLst>
        </pc:picChg>
      </pc:sldChg>
      <pc:sldChg chg="addSp delSp modSp add mod">
        <pc:chgData name="HENDI SULISTIO" userId="bfbf8177-994f-4b30-9005-e8387bdc3c02" providerId="ADAL" clId="{154EBA5D-30BE-4DA5-93B9-CE92CE31A0B4}" dt="2025-09-27T17:48:59.505" v="1840" actId="20577"/>
        <pc:sldMkLst>
          <pc:docMk/>
          <pc:sldMk cId="2900598651" sldId="273"/>
        </pc:sldMkLst>
        <pc:spChg chg="add mod">
          <ac:chgData name="HENDI SULISTIO" userId="bfbf8177-994f-4b30-9005-e8387bdc3c02" providerId="ADAL" clId="{154EBA5D-30BE-4DA5-93B9-CE92CE31A0B4}" dt="2025-09-27T17:46:48.954" v="1680" actId="255"/>
          <ac:spMkLst>
            <pc:docMk/>
            <pc:sldMk cId="2900598651" sldId="273"/>
            <ac:spMk id="6" creationId="{3DD89B5F-CC25-21D5-15D2-48B4E4A82934}"/>
          </ac:spMkLst>
        </pc:spChg>
        <pc:spChg chg="add del">
          <ac:chgData name="HENDI SULISTIO" userId="bfbf8177-994f-4b30-9005-e8387bdc3c02" providerId="ADAL" clId="{154EBA5D-30BE-4DA5-93B9-CE92CE31A0B4}" dt="2025-09-27T17:47:14.400" v="1699" actId="22"/>
          <ac:spMkLst>
            <pc:docMk/>
            <pc:sldMk cId="2900598651" sldId="273"/>
            <ac:spMk id="8" creationId="{E88D7608-675C-6412-70FA-CD93F169085A}"/>
          </ac:spMkLst>
        </pc:spChg>
        <pc:spChg chg="mod">
          <ac:chgData name="HENDI SULISTIO" userId="bfbf8177-994f-4b30-9005-e8387bdc3c02" providerId="ADAL" clId="{154EBA5D-30BE-4DA5-93B9-CE92CE31A0B4}" dt="2025-09-27T17:45:41.367" v="1638" actId="20577"/>
          <ac:spMkLst>
            <pc:docMk/>
            <pc:sldMk cId="2900598651" sldId="273"/>
            <ac:spMk id="12" creationId="{1D297693-BF0E-E143-E6C6-C9212DD06691}"/>
          </ac:spMkLst>
        </pc:spChg>
        <pc:spChg chg="mod">
          <ac:chgData name="HENDI SULISTIO" userId="bfbf8177-994f-4b30-9005-e8387bdc3c02" providerId="ADAL" clId="{154EBA5D-30BE-4DA5-93B9-CE92CE31A0B4}" dt="2025-09-27T17:47:01.119" v="1697" actId="113"/>
          <ac:spMkLst>
            <pc:docMk/>
            <pc:sldMk cId="2900598651" sldId="273"/>
            <ac:spMk id="14" creationId="{421D02BE-C327-B49B-0C6C-9590B3DFBF35}"/>
          </ac:spMkLst>
        </pc:spChg>
        <pc:spChg chg="add mod">
          <ac:chgData name="HENDI SULISTIO" userId="bfbf8177-994f-4b30-9005-e8387bdc3c02" providerId="ADAL" clId="{154EBA5D-30BE-4DA5-93B9-CE92CE31A0B4}" dt="2025-09-27T17:48:02.293" v="1764" actId="1076"/>
          <ac:spMkLst>
            <pc:docMk/>
            <pc:sldMk cId="2900598651" sldId="273"/>
            <ac:spMk id="15" creationId="{02C214CC-6828-4459-9E1A-E078331E3CFA}"/>
          </ac:spMkLst>
        </pc:spChg>
        <pc:spChg chg="mod">
          <ac:chgData name="HENDI SULISTIO" userId="bfbf8177-994f-4b30-9005-e8387bdc3c02" providerId="ADAL" clId="{154EBA5D-30BE-4DA5-93B9-CE92CE31A0B4}" dt="2025-09-27T17:45:37.925" v="1632" actId="20577"/>
          <ac:spMkLst>
            <pc:docMk/>
            <pc:sldMk cId="2900598651" sldId="273"/>
            <ac:spMk id="16" creationId="{D65E2694-1ABF-C26C-836E-FEF7260A6DC9}"/>
          </ac:spMkLst>
        </pc:spChg>
        <pc:spChg chg="add mod">
          <ac:chgData name="HENDI SULISTIO" userId="bfbf8177-994f-4b30-9005-e8387bdc3c02" providerId="ADAL" clId="{154EBA5D-30BE-4DA5-93B9-CE92CE31A0B4}" dt="2025-09-27T17:48:59.505" v="1840" actId="20577"/>
          <ac:spMkLst>
            <pc:docMk/>
            <pc:sldMk cId="2900598651" sldId="273"/>
            <ac:spMk id="17" creationId="{59577F82-40A5-C7A4-0F97-83248229BC32}"/>
          </ac:spMkLst>
        </pc:spChg>
        <pc:picChg chg="del">
          <ac:chgData name="HENDI SULISTIO" userId="bfbf8177-994f-4b30-9005-e8387bdc3c02" providerId="ADAL" clId="{154EBA5D-30BE-4DA5-93B9-CE92CE31A0B4}" dt="2025-09-27T17:46:10.059" v="1639" actId="478"/>
          <ac:picMkLst>
            <pc:docMk/>
            <pc:sldMk cId="2900598651" sldId="273"/>
            <ac:picMk id="20" creationId="{7AB6CD5F-2ED6-5132-C549-586AA8C74723}"/>
          </ac:picMkLst>
        </pc:picChg>
        <pc:picChg chg="add mod">
          <ac:chgData name="HENDI SULISTIO" userId="bfbf8177-994f-4b30-9005-e8387bdc3c02" providerId="ADAL" clId="{154EBA5D-30BE-4DA5-93B9-CE92CE31A0B4}" dt="2025-09-27T17:48:46.264" v="1800" actId="1076"/>
          <ac:picMkLst>
            <pc:docMk/>
            <pc:sldMk cId="2900598651" sldId="273"/>
            <ac:picMk id="21" creationId="{D72D1C8A-0CD7-0673-7F9C-EEE83D1CC8A2}"/>
          </ac:picMkLst>
        </pc:picChg>
      </pc:sldChg>
      <pc:sldChg chg="addSp delSp modSp add mod">
        <pc:chgData name="HENDI SULISTIO" userId="bfbf8177-994f-4b30-9005-e8387bdc3c02" providerId="ADAL" clId="{154EBA5D-30BE-4DA5-93B9-CE92CE31A0B4}" dt="2025-09-27T17:58:49.544" v="2513" actId="20577"/>
        <pc:sldMkLst>
          <pc:docMk/>
          <pc:sldMk cId="211457831" sldId="274"/>
        </pc:sldMkLst>
        <pc:spChg chg="del">
          <ac:chgData name="HENDI SULISTIO" userId="bfbf8177-994f-4b30-9005-e8387bdc3c02" providerId="ADAL" clId="{154EBA5D-30BE-4DA5-93B9-CE92CE31A0B4}" dt="2025-09-27T17:53:07.774" v="2087" actId="478"/>
          <ac:spMkLst>
            <pc:docMk/>
            <pc:sldMk cId="211457831" sldId="274"/>
            <ac:spMk id="3" creationId="{1320F676-19C0-F7C0-8BCC-F92AD6C39B7E}"/>
          </ac:spMkLst>
        </pc:spChg>
        <pc:spChg chg="del">
          <ac:chgData name="HENDI SULISTIO" userId="bfbf8177-994f-4b30-9005-e8387bdc3c02" providerId="ADAL" clId="{154EBA5D-30BE-4DA5-93B9-CE92CE31A0B4}" dt="2025-09-27T17:53:17.587" v="2090" actId="478"/>
          <ac:spMkLst>
            <pc:docMk/>
            <pc:sldMk cId="211457831" sldId="274"/>
            <ac:spMk id="6" creationId="{A143562C-717A-9611-0970-CDEB92D21FEF}"/>
          </ac:spMkLst>
        </pc:spChg>
        <pc:spChg chg="add mod">
          <ac:chgData name="HENDI SULISTIO" userId="bfbf8177-994f-4b30-9005-e8387bdc3c02" providerId="ADAL" clId="{154EBA5D-30BE-4DA5-93B9-CE92CE31A0B4}" dt="2025-09-27T17:55:55.887" v="2389" actId="1036"/>
          <ac:spMkLst>
            <pc:docMk/>
            <pc:sldMk cId="211457831" sldId="274"/>
            <ac:spMk id="8" creationId="{3A7A7BCF-CB29-1CBF-998E-B96E7F7D55EA}"/>
          </ac:spMkLst>
        </pc:spChg>
        <pc:spChg chg="del">
          <ac:chgData name="HENDI SULISTIO" userId="bfbf8177-994f-4b30-9005-e8387bdc3c02" providerId="ADAL" clId="{154EBA5D-30BE-4DA5-93B9-CE92CE31A0B4}" dt="2025-09-27T17:53:07.774" v="2087" actId="478"/>
          <ac:spMkLst>
            <pc:docMk/>
            <pc:sldMk cId="211457831" sldId="274"/>
            <ac:spMk id="11" creationId="{461E9F51-5364-B9F8-D7D2-8DBF205B234A}"/>
          </ac:spMkLst>
        </pc:spChg>
        <pc:spChg chg="mod">
          <ac:chgData name="HENDI SULISTIO" userId="bfbf8177-994f-4b30-9005-e8387bdc3c02" providerId="ADAL" clId="{154EBA5D-30BE-4DA5-93B9-CE92CE31A0B4}" dt="2025-09-27T17:54:59.906" v="2368" actId="20577"/>
          <ac:spMkLst>
            <pc:docMk/>
            <pc:sldMk cId="211457831" sldId="274"/>
            <ac:spMk id="12" creationId="{0F8F9575-009D-AF1F-6E0E-ECF90D487058}"/>
          </ac:spMkLst>
        </pc:spChg>
        <pc:spChg chg="del mod">
          <ac:chgData name="HENDI SULISTIO" userId="bfbf8177-994f-4b30-9005-e8387bdc3c02" providerId="ADAL" clId="{154EBA5D-30BE-4DA5-93B9-CE92CE31A0B4}" dt="2025-09-27T17:53:12.668" v="2089" actId="478"/>
          <ac:spMkLst>
            <pc:docMk/>
            <pc:sldMk cId="211457831" sldId="274"/>
            <ac:spMk id="14" creationId="{268D45AC-F5AB-2D90-2735-C91101F8CC71}"/>
          </ac:spMkLst>
        </pc:spChg>
        <pc:spChg chg="del">
          <ac:chgData name="HENDI SULISTIO" userId="bfbf8177-994f-4b30-9005-e8387bdc3c02" providerId="ADAL" clId="{154EBA5D-30BE-4DA5-93B9-CE92CE31A0B4}" dt="2025-09-27T17:53:07.774" v="2087" actId="478"/>
          <ac:spMkLst>
            <pc:docMk/>
            <pc:sldMk cId="211457831" sldId="274"/>
            <ac:spMk id="15" creationId="{A113F9DD-CE62-1470-0756-E8770BDD2249}"/>
          </ac:spMkLst>
        </pc:spChg>
        <pc:spChg chg="mod">
          <ac:chgData name="HENDI SULISTIO" userId="bfbf8177-994f-4b30-9005-e8387bdc3c02" providerId="ADAL" clId="{154EBA5D-30BE-4DA5-93B9-CE92CE31A0B4}" dt="2025-09-27T17:58:49.544" v="2513" actId="20577"/>
          <ac:spMkLst>
            <pc:docMk/>
            <pc:sldMk cId="211457831" sldId="274"/>
            <ac:spMk id="16" creationId="{9FC6416C-2CCB-8113-FDE2-561C71D0926F}"/>
          </ac:spMkLst>
        </pc:spChg>
        <pc:spChg chg="del">
          <ac:chgData name="HENDI SULISTIO" userId="bfbf8177-994f-4b30-9005-e8387bdc3c02" providerId="ADAL" clId="{154EBA5D-30BE-4DA5-93B9-CE92CE31A0B4}" dt="2025-09-27T17:53:20.736" v="2091" actId="478"/>
          <ac:spMkLst>
            <pc:docMk/>
            <pc:sldMk cId="211457831" sldId="274"/>
            <ac:spMk id="17" creationId="{AAED728A-0A8F-0828-0898-497FC896A49C}"/>
          </ac:spMkLst>
        </pc:spChg>
        <pc:spChg chg="add mod">
          <ac:chgData name="HENDI SULISTIO" userId="bfbf8177-994f-4b30-9005-e8387bdc3c02" providerId="ADAL" clId="{154EBA5D-30BE-4DA5-93B9-CE92CE31A0B4}" dt="2025-09-27T17:57:01.748" v="2460" actId="113"/>
          <ac:spMkLst>
            <pc:docMk/>
            <pc:sldMk cId="211457831" sldId="274"/>
            <ac:spMk id="20" creationId="{A53B1F3C-3A30-30CA-2F03-9562DDF2EF15}"/>
          </ac:spMkLst>
        </pc:spChg>
        <pc:spChg chg="add mod">
          <ac:chgData name="HENDI SULISTIO" userId="bfbf8177-994f-4b30-9005-e8387bdc3c02" providerId="ADAL" clId="{154EBA5D-30BE-4DA5-93B9-CE92CE31A0B4}" dt="2025-09-27T17:58:15.727" v="2491" actId="1076"/>
          <ac:spMkLst>
            <pc:docMk/>
            <pc:sldMk cId="211457831" sldId="274"/>
            <ac:spMk id="22" creationId="{DD7BB2F6-1AB0-CBFE-3F75-AA49B9B3261B}"/>
          </ac:spMkLst>
        </pc:spChg>
        <pc:spChg chg="add mod">
          <ac:chgData name="HENDI SULISTIO" userId="bfbf8177-994f-4b30-9005-e8387bdc3c02" providerId="ADAL" clId="{154EBA5D-30BE-4DA5-93B9-CE92CE31A0B4}" dt="2025-09-27T17:58:04.115" v="2489" actId="1076"/>
          <ac:spMkLst>
            <pc:docMk/>
            <pc:sldMk cId="211457831" sldId="274"/>
            <ac:spMk id="24" creationId="{6CBF9A0F-1D1B-3D61-A1A6-4001B9F5617E}"/>
          </ac:spMkLst>
        </pc:spChg>
        <pc:spChg chg="add mod">
          <ac:chgData name="HENDI SULISTIO" userId="bfbf8177-994f-4b30-9005-e8387bdc3c02" providerId="ADAL" clId="{154EBA5D-30BE-4DA5-93B9-CE92CE31A0B4}" dt="2025-09-27T17:58:35.328" v="2503" actId="1035"/>
          <ac:spMkLst>
            <pc:docMk/>
            <pc:sldMk cId="211457831" sldId="274"/>
            <ac:spMk id="25" creationId="{709EF689-6B62-298A-3557-4CA5162DBE37}"/>
          </ac:spMkLst>
        </pc:spChg>
        <pc:picChg chg="add mod">
          <ac:chgData name="HENDI SULISTIO" userId="bfbf8177-994f-4b30-9005-e8387bdc3c02" providerId="ADAL" clId="{154EBA5D-30BE-4DA5-93B9-CE92CE31A0B4}" dt="2025-09-27T17:55:47.190" v="2378" actId="1076"/>
          <ac:picMkLst>
            <pc:docMk/>
            <pc:sldMk cId="211457831" sldId="274"/>
            <ac:picMk id="7" creationId="{299C1ED8-F659-2383-B74E-CBCCC9C27497}"/>
          </ac:picMkLst>
        </pc:picChg>
        <pc:picChg chg="del">
          <ac:chgData name="HENDI SULISTIO" userId="bfbf8177-994f-4b30-9005-e8387bdc3c02" providerId="ADAL" clId="{154EBA5D-30BE-4DA5-93B9-CE92CE31A0B4}" dt="2025-09-27T17:53:07.774" v="2087" actId="478"/>
          <ac:picMkLst>
            <pc:docMk/>
            <pc:sldMk cId="211457831" sldId="274"/>
            <ac:picMk id="18" creationId="{11070F47-6441-16FE-831B-599D75AC9D0D}"/>
          </ac:picMkLst>
        </pc:picChg>
        <pc:picChg chg="add mod">
          <ac:chgData name="HENDI SULISTIO" userId="bfbf8177-994f-4b30-9005-e8387bdc3c02" providerId="ADAL" clId="{154EBA5D-30BE-4DA5-93B9-CE92CE31A0B4}" dt="2025-09-27T17:57:22.077" v="2465" actId="1076"/>
          <ac:picMkLst>
            <pc:docMk/>
            <pc:sldMk cId="211457831" sldId="274"/>
            <ac:picMk id="19" creationId="{C056EA9F-72D5-1FC7-1179-C44B29EAC472}"/>
          </ac:picMkLst>
        </pc:picChg>
        <pc:picChg chg="del">
          <ac:chgData name="HENDI SULISTIO" userId="bfbf8177-994f-4b30-9005-e8387bdc3c02" providerId="ADAL" clId="{154EBA5D-30BE-4DA5-93B9-CE92CE31A0B4}" dt="2025-09-27T17:53:07.774" v="2087" actId="478"/>
          <ac:picMkLst>
            <pc:docMk/>
            <pc:sldMk cId="211457831" sldId="274"/>
            <ac:picMk id="21" creationId="{A08170EE-BA50-5CC1-877B-D8750D91A20E}"/>
          </ac:picMkLst>
        </pc:picChg>
        <pc:picChg chg="add mod">
          <ac:chgData name="HENDI SULISTIO" userId="bfbf8177-994f-4b30-9005-e8387bdc3c02" providerId="ADAL" clId="{154EBA5D-30BE-4DA5-93B9-CE92CE31A0B4}" dt="2025-09-27T17:58:22.472" v="2494" actId="1076"/>
          <ac:picMkLst>
            <pc:docMk/>
            <pc:sldMk cId="211457831" sldId="274"/>
            <ac:picMk id="23" creationId="{9DA5C3C0-D8D9-176B-EA56-FE2CFAC3611D}"/>
          </ac:picMkLst>
        </pc:picChg>
      </pc:sldChg>
      <pc:sldChg chg="addSp delSp modSp add mod">
        <pc:chgData name="HENDI SULISTIO" userId="bfbf8177-994f-4b30-9005-e8387bdc3c02" providerId="ADAL" clId="{154EBA5D-30BE-4DA5-93B9-CE92CE31A0B4}" dt="2025-09-27T18:03:08.123" v="2548" actId="1076"/>
        <pc:sldMkLst>
          <pc:docMk/>
          <pc:sldMk cId="2351359716" sldId="275"/>
        </pc:sldMkLst>
        <pc:spChg chg="del">
          <ac:chgData name="HENDI SULISTIO" userId="bfbf8177-994f-4b30-9005-e8387bdc3c02" providerId="ADAL" clId="{154EBA5D-30BE-4DA5-93B9-CE92CE31A0B4}" dt="2025-09-27T17:59:25.358" v="2516" actId="478"/>
          <ac:spMkLst>
            <pc:docMk/>
            <pc:sldMk cId="2351359716" sldId="275"/>
            <ac:spMk id="6" creationId="{E0B4F7C7-DA27-1F33-C7BB-9C30BEED8B72}"/>
          </ac:spMkLst>
        </pc:spChg>
        <pc:spChg chg="mod">
          <ac:chgData name="HENDI SULISTIO" userId="bfbf8177-994f-4b30-9005-e8387bdc3c02" providerId="ADAL" clId="{154EBA5D-30BE-4DA5-93B9-CE92CE31A0B4}" dt="2025-09-27T17:59:34.974" v="2524" actId="1076"/>
          <ac:spMkLst>
            <pc:docMk/>
            <pc:sldMk cId="2351359716" sldId="275"/>
            <ac:spMk id="7" creationId="{5096A6F7-8EDA-3B05-4CF0-1413615C9BE4}"/>
          </ac:spMkLst>
        </pc:spChg>
        <pc:spChg chg="add mod">
          <ac:chgData name="HENDI SULISTIO" userId="bfbf8177-994f-4b30-9005-e8387bdc3c02" providerId="ADAL" clId="{154EBA5D-30BE-4DA5-93B9-CE92CE31A0B4}" dt="2025-09-27T18:03:08.123" v="2548" actId="1076"/>
          <ac:spMkLst>
            <pc:docMk/>
            <pc:sldMk cId="2351359716" sldId="275"/>
            <ac:spMk id="8" creationId="{792F36A1-12CA-40A2-767F-627FC3E637B1}"/>
          </ac:spMkLst>
        </pc:spChg>
        <pc:picChg chg="del">
          <ac:chgData name="HENDI SULISTIO" userId="bfbf8177-994f-4b30-9005-e8387bdc3c02" providerId="ADAL" clId="{154EBA5D-30BE-4DA5-93B9-CE92CE31A0B4}" dt="2025-09-27T17:59:21.426" v="2515" actId="478"/>
          <ac:picMkLst>
            <pc:docMk/>
            <pc:sldMk cId="2351359716" sldId="275"/>
            <ac:picMk id="5" creationId="{A6DFDD39-297C-B186-B6B3-9E73F8F3E723}"/>
          </ac:picMkLst>
        </pc:picChg>
      </pc:sldChg>
      <pc:sldChg chg="delSp modSp add del mod setBg delDesignElem">
        <pc:chgData name="HENDI SULISTIO" userId="bfbf8177-994f-4b30-9005-e8387bdc3c02" providerId="ADAL" clId="{154EBA5D-30BE-4DA5-93B9-CE92CE31A0B4}" dt="2025-09-27T18:06:52.264" v="2625" actId="47"/>
        <pc:sldMkLst>
          <pc:docMk/>
          <pc:sldMk cId="2727968790" sldId="276"/>
        </pc:sldMkLst>
        <pc:spChg chg="mod">
          <ac:chgData name="HENDI SULISTIO" userId="bfbf8177-994f-4b30-9005-e8387bdc3c02" providerId="ADAL" clId="{154EBA5D-30BE-4DA5-93B9-CE92CE31A0B4}" dt="2025-09-27T18:06:39.201" v="2621" actId="20577"/>
          <ac:spMkLst>
            <pc:docMk/>
            <pc:sldMk cId="2727968790" sldId="276"/>
            <ac:spMk id="4" creationId="{833D26C9-FC78-696D-1B3A-4828C9B4768E}"/>
          </ac:spMkLst>
        </pc:spChg>
        <pc:spChg chg="del">
          <ac:chgData name="HENDI SULISTIO" userId="bfbf8177-994f-4b30-9005-e8387bdc3c02" providerId="ADAL" clId="{154EBA5D-30BE-4DA5-93B9-CE92CE31A0B4}" dt="2025-09-27T18:06:45.126" v="2623" actId="478"/>
          <ac:spMkLst>
            <pc:docMk/>
            <pc:sldMk cId="2727968790" sldId="276"/>
            <ac:spMk id="7" creationId="{76434CD2-911C-5A0A-9DC4-3DCA40AF0BA8}"/>
          </ac:spMkLst>
        </pc:spChg>
        <pc:spChg chg="del">
          <ac:chgData name="HENDI SULISTIO" userId="bfbf8177-994f-4b30-9005-e8387bdc3c02" providerId="ADAL" clId="{154EBA5D-30BE-4DA5-93B9-CE92CE31A0B4}" dt="2025-09-27T18:06:42.847" v="2622" actId="478"/>
          <ac:spMkLst>
            <pc:docMk/>
            <pc:sldMk cId="2727968790" sldId="276"/>
            <ac:spMk id="8" creationId="{B93F6D6A-5584-C2F8-4415-5D726006D826}"/>
          </ac:spMkLst>
        </pc:spChg>
        <pc:spChg chg="del">
          <ac:chgData name="HENDI SULISTIO" userId="bfbf8177-994f-4b30-9005-e8387bdc3c02" providerId="ADAL" clId="{154EBA5D-30BE-4DA5-93B9-CE92CE31A0B4}" dt="2025-09-27T18:06:32.296" v="2604"/>
          <ac:spMkLst>
            <pc:docMk/>
            <pc:sldMk cId="2727968790" sldId="276"/>
            <ac:spMk id="2057" creationId="{425ED706-C165-862F-E6FE-DFF8ECCE7BAB}"/>
          </ac:spMkLst>
        </pc:spChg>
        <pc:spChg chg="del">
          <ac:chgData name="HENDI SULISTIO" userId="bfbf8177-994f-4b30-9005-e8387bdc3c02" providerId="ADAL" clId="{154EBA5D-30BE-4DA5-93B9-CE92CE31A0B4}" dt="2025-09-27T18:06:32.296" v="2604"/>
          <ac:spMkLst>
            <pc:docMk/>
            <pc:sldMk cId="2727968790" sldId="276"/>
            <ac:spMk id="2058" creationId="{BA116E47-16CC-C381-55DA-E5FBF40856F8}"/>
          </ac:spMkLst>
        </pc:spChg>
      </pc:sldChg>
      <pc:sldChg chg="addSp delSp modSp add mod">
        <pc:chgData name="HENDI SULISTIO" userId="bfbf8177-994f-4b30-9005-e8387bdc3c02" providerId="ADAL" clId="{154EBA5D-30BE-4DA5-93B9-CE92CE31A0B4}" dt="2025-09-27T18:22:45.054" v="2805" actId="1076"/>
        <pc:sldMkLst>
          <pc:docMk/>
          <pc:sldMk cId="1577451395" sldId="277"/>
        </pc:sldMkLst>
        <pc:spChg chg="mod">
          <ac:chgData name="HENDI SULISTIO" userId="bfbf8177-994f-4b30-9005-e8387bdc3c02" providerId="ADAL" clId="{154EBA5D-30BE-4DA5-93B9-CE92CE31A0B4}" dt="2025-09-27T18:22:45.054" v="2805" actId="1076"/>
          <ac:spMkLst>
            <pc:docMk/>
            <pc:sldMk cId="1577451395" sldId="277"/>
            <ac:spMk id="4" creationId="{B8F218FE-AEF3-5DCA-6AD7-91D6F0C727D6}"/>
          </ac:spMkLst>
        </pc:spChg>
        <pc:spChg chg="add mod">
          <ac:chgData name="HENDI SULISTIO" userId="bfbf8177-994f-4b30-9005-e8387bdc3c02" providerId="ADAL" clId="{154EBA5D-30BE-4DA5-93B9-CE92CE31A0B4}" dt="2025-09-27T18:14:15.663" v="2691" actId="20577"/>
          <ac:spMkLst>
            <pc:docMk/>
            <pc:sldMk cId="1577451395" sldId="277"/>
            <ac:spMk id="6" creationId="{F841B17C-4189-BDDB-3AFD-F90196331DEA}"/>
          </ac:spMkLst>
        </pc:spChg>
        <pc:spChg chg="del">
          <ac:chgData name="HENDI SULISTIO" userId="bfbf8177-994f-4b30-9005-e8387bdc3c02" providerId="ADAL" clId="{154EBA5D-30BE-4DA5-93B9-CE92CE31A0B4}" dt="2025-09-27T18:08:12.279" v="2645" actId="478"/>
          <ac:spMkLst>
            <pc:docMk/>
            <pc:sldMk cId="1577451395" sldId="277"/>
            <ac:spMk id="7" creationId="{9B3FA3C2-80A5-FD87-3BA6-58795C25D69D}"/>
          </ac:spMkLst>
        </pc:spChg>
        <pc:spChg chg="del">
          <ac:chgData name="HENDI SULISTIO" userId="bfbf8177-994f-4b30-9005-e8387bdc3c02" providerId="ADAL" clId="{154EBA5D-30BE-4DA5-93B9-CE92CE31A0B4}" dt="2025-09-27T18:08:12.279" v="2645" actId="478"/>
          <ac:spMkLst>
            <pc:docMk/>
            <pc:sldMk cId="1577451395" sldId="277"/>
            <ac:spMk id="8" creationId="{20EF7308-FB8B-FE6F-6144-13932FCA3EF2}"/>
          </ac:spMkLst>
        </pc:spChg>
        <pc:spChg chg="add mod">
          <ac:chgData name="HENDI SULISTIO" userId="bfbf8177-994f-4b30-9005-e8387bdc3c02" providerId="ADAL" clId="{154EBA5D-30BE-4DA5-93B9-CE92CE31A0B4}" dt="2025-09-27T18:17:54.487" v="2768" actId="20577"/>
          <ac:spMkLst>
            <pc:docMk/>
            <pc:sldMk cId="1577451395" sldId="277"/>
            <ac:spMk id="9" creationId="{A414AAD4-D052-4FFA-FC4C-922A9AC66659}"/>
          </ac:spMkLst>
        </pc:spChg>
        <pc:picChg chg="add mod">
          <ac:chgData name="HENDI SULISTIO" userId="bfbf8177-994f-4b30-9005-e8387bdc3c02" providerId="ADAL" clId="{154EBA5D-30BE-4DA5-93B9-CE92CE31A0B4}" dt="2025-09-27T18:13:32.589" v="2648" actId="1076"/>
          <ac:picMkLst>
            <pc:docMk/>
            <pc:sldMk cId="1577451395" sldId="277"/>
            <ac:picMk id="5" creationId="{2670DC57-BFCA-A20C-771D-A395D87DC78B}"/>
          </ac:picMkLst>
        </pc:picChg>
      </pc:sldChg>
      <pc:sldChg chg="addSp delSp modSp add mod ord">
        <pc:chgData name="HENDI SULISTIO" userId="bfbf8177-994f-4b30-9005-e8387bdc3c02" providerId="ADAL" clId="{154EBA5D-30BE-4DA5-93B9-CE92CE31A0B4}" dt="2025-09-27T18:18:27.823" v="2783" actId="166"/>
        <pc:sldMkLst>
          <pc:docMk/>
          <pc:sldMk cId="4240044206" sldId="278"/>
        </pc:sldMkLst>
        <pc:spChg chg="mod ord">
          <ac:chgData name="HENDI SULISTIO" userId="bfbf8177-994f-4b30-9005-e8387bdc3c02" providerId="ADAL" clId="{154EBA5D-30BE-4DA5-93B9-CE92CE31A0B4}" dt="2025-09-27T18:18:27.823" v="2783" actId="166"/>
          <ac:spMkLst>
            <pc:docMk/>
            <pc:sldMk cId="4240044206" sldId="278"/>
            <ac:spMk id="4" creationId="{BDCA8DF6-4FC5-56DD-8DB3-B7FA8161E906}"/>
          </ac:spMkLst>
        </pc:spChg>
        <pc:spChg chg="mod">
          <ac:chgData name="HENDI SULISTIO" userId="bfbf8177-994f-4b30-9005-e8387bdc3c02" providerId="ADAL" clId="{154EBA5D-30BE-4DA5-93B9-CE92CE31A0B4}" dt="2025-09-27T18:18:20.252" v="2782" actId="20577"/>
          <ac:spMkLst>
            <pc:docMk/>
            <pc:sldMk cId="4240044206" sldId="278"/>
            <ac:spMk id="6" creationId="{037284D4-8146-5F4C-AD58-3A591E5F73D9}"/>
          </ac:spMkLst>
        </pc:spChg>
        <pc:spChg chg="mod ord">
          <ac:chgData name="HENDI SULISTIO" userId="bfbf8177-994f-4b30-9005-e8387bdc3c02" providerId="ADAL" clId="{154EBA5D-30BE-4DA5-93B9-CE92CE31A0B4}" dt="2025-09-27T18:18:09.965" v="2776" actId="20577"/>
          <ac:spMkLst>
            <pc:docMk/>
            <pc:sldMk cId="4240044206" sldId="278"/>
            <ac:spMk id="9" creationId="{A336C5C0-89C7-3C44-5BF2-5B81FB5A44CD}"/>
          </ac:spMkLst>
        </pc:spChg>
        <pc:picChg chg="del">
          <ac:chgData name="HENDI SULISTIO" userId="bfbf8177-994f-4b30-9005-e8387bdc3c02" providerId="ADAL" clId="{154EBA5D-30BE-4DA5-93B9-CE92CE31A0B4}" dt="2025-09-27T18:17:02.596" v="2728" actId="478"/>
          <ac:picMkLst>
            <pc:docMk/>
            <pc:sldMk cId="4240044206" sldId="278"/>
            <ac:picMk id="5" creationId="{F9713947-DDA7-6684-9DBF-2DDF0D17632C}"/>
          </ac:picMkLst>
        </pc:picChg>
        <pc:picChg chg="add mod">
          <ac:chgData name="HENDI SULISTIO" userId="bfbf8177-994f-4b30-9005-e8387bdc3c02" providerId="ADAL" clId="{154EBA5D-30BE-4DA5-93B9-CE92CE31A0B4}" dt="2025-09-27T18:17:06.305" v="2730" actId="1076"/>
          <ac:picMkLst>
            <pc:docMk/>
            <pc:sldMk cId="4240044206" sldId="278"/>
            <ac:picMk id="7" creationId="{870A9624-CE09-AD76-0278-5937DB6E767A}"/>
          </ac:picMkLst>
        </pc:picChg>
      </pc:sldChg>
      <pc:sldChg chg="addSp delSp modSp add mod">
        <pc:chgData name="HENDI SULISTIO" userId="bfbf8177-994f-4b30-9005-e8387bdc3c02" providerId="ADAL" clId="{154EBA5D-30BE-4DA5-93B9-CE92CE31A0B4}" dt="2025-09-27T18:25:11.307" v="2973" actId="20577"/>
        <pc:sldMkLst>
          <pc:docMk/>
          <pc:sldMk cId="2014617839" sldId="279"/>
        </pc:sldMkLst>
        <pc:spChg chg="add mod">
          <ac:chgData name="HENDI SULISTIO" userId="bfbf8177-994f-4b30-9005-e8387bdc3c02" providerId="ADAL" clId="{154EBA5D-30BE-4DA5-93B9-CE92CE31A0B4}" dt="2025-09-27T18:25:11.307" v="2973" actId="20577"/>
          <ac:spMkLst>
            <pc:docMk/>
            <pc:sldMk cId="2014617839" sldId="279"/>
            <ac:spMk id="2" creationId="{09DB3436-2F40-065A-30C1-CF1AC8FB12EE}"/>
          </ac:spMkLst>
        </pc:spChg>
        <pc:spChg chg="del">
          <ac:chgData name="HENDI SULISTIO" userId="bfbf8177-994f-4b30-9005-e8387bdc3c02" providerId="ADAL" clId="{154EBA5D-30BE-4DA5-93B9-CE92CE31A0B4}" dt="2025-09-27T18:22:37.473" v="2802" actId="478"/>
          <ac:spMkLst>
            <pc:docMk/>
            <pc:sldMk cId="2014617839" sldId="279"/>
            <ac:spMk id="3" creationId="{F27CAA9C-02AF-28D3-80D1-02C2C6E67E64}"/>
          </ac:spMkLst>
        </pc:spChg>
        <pc:spChg chg="del mod">
          <ac:chgData name="HENDI SULISTIO" userId="bfbf8177-994f-4b30-9005-e8387bdc3c02" providerId="ADAL" clId="{154EBA5D-30BE-4DA5-93B9-CE92CE31A0B4}" dt="2025-09-27T18:22:37.473" v="2802" actId="478"/>
          <ac:spMkLst>
            <pc:docMk/>
            <pc:sldMk cId="2014617839" sldId="279"/>
            <ac:spMk id="4" creationId="{02158546-E373-C35D-A079-461B5A0966E9}"/>
          </ac:spMkLst>
        </pc:spChg>
        <pc:spChg chg="del">
          <ac:chgData name="HENDI SULISTIO" userId="bfbf8177-994f-4b30-9005-e8387bdc3c02" providerId="ADAL" clId="{154EBA5D-30BE-4DA5-93B9-CE92CE31A0B4}" dt="2025-09-27T18:22:37.473" v="2802" actId="478"/>
          <ac:spMkLst>
            <pc:docMk/>
            <pc:sldMk cId="2014617839" sldId="279"/>
            <ac:spMk id="6" creationId="{32632DED-4683-DCEB-3B71-83B809C4B2B4}"/>
          </ac:spMkLst>
        </pc:spChg>
        <pc:spChg chg="add mod">
          <ac:chgData name="HENDI SULISTIO" userId="bfbf8177-994f-4b30-9005-e8387bdc3c02" providerId="ADAL" clId="{154EBA5D-30BE-4DA5-93B9-CE92CE31A0B4}" dt="2025-09-27T18:22:58.202" v="2823" actId="20577"/>
          <ac:spMkLst>
            <pc:docMk/>
            <pc:sldMk cId="2014617839" sldId="279"/>
            <ac:spMk id="7" creationId="{DD0B8A8E-EBE3-E11C-5201-859A58686FFB}"/>
          </ac:spMkLst>
        </pc:spChg>
        <pc:spChg chg="del">
          <ac:chgData name="HENDI SULISTIO" userId="bfbf8177-994f-4b30-9005-e8387bdc3c02" providerId="ADAL" clId="{154EBA5D-30BE-4DA5-93B9-CE92CE31A0B4}" dt="2025-09-27T18:22:37.473" v="2802" actId="478"/>
          <ac:spMkLst>
            <pc:docMk/>
            <pc:sldMk cId="2014617839" sldId="279"/>
            <ac:spMk id="9" creationId="{9D2BE7CA-30B5-5396-E58B-3B5E5D8DE425}"/>
          </ac:spMkLst>
        </pc:spChg>
        <pc:spChg chg="del">
          <ac:chgData name="HENDI SULISTIO" userId="bfbf8177-994f-4b30-9005-e8387bdc3c02" providerId="ADAL" clId="{154EBA5D-30BE-4DA5-93B9-CE92CE31A0B4}" dt="2025-09-27T18:22:37.473" v="2802" actId="478"/>
          <ac:spMkLst>
            <pc:docMk/>
            <pc:sldMk cId="2014617839" sldId="279"/>
            <ac:spMk id="2058" creationId="{47D33CEE-D878-2D28-5F60-64E629A721E5}"/>
          </ac:spMkLst>
        </pc:spChg>
        <pc:picChg chg="del">
          <ac:chgData name="HENDI SULISTIO" userId="bfbf8177-994f-4b30-9005-e8387bdc3c02" providerId="ADAL" clId="{154EBA5D-30BE-4DA5-93B9-CE92CE31A0B4}" dt="2025-09-27T18:22:37.473" v="2802" actId="478"/>
          <ac:picMkLst>
            <pc:docMk/>
            <pc:sldMk cId="2014617839" sldId="279"/>
            <ac:picMk id="5" creationId="{F941453A-7282-BFEB-99AA-207C5C7F536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0B65-6523-75E0-57C0-B6168FE42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E62E0-6BCE-C351-8936-251457D844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33C2C-ED64-FAE5-28E7-307776875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6F02-83B7-4E19-83C2-1C2FB5AA8DCD}" type="datetimeFigureOut">
              <a:rPr lang="en-ID" smtClean="0"/>
              <a:t>28/09/2025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41028B-981F-53B4-BA5E-8C37AFBBD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25B10-C2A4-C87D-B386-43A451259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6C28-DB36-4DC5-9611-0FC2EA5833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1078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CA4A4-B578-A94D-81E3-BD6569161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BE1B4-660D-1060-2612-3912F7811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29ACC-066E-AC85-AD5A-FB8084001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6F02-83B7-4E19-83C2-1C2FB5AA8DCD}" type="datetimeFigureOut">
              <a:rPr lang="en-ID" smtClean="0"/>
              <a:t>28/09/2025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F6A96-BED0-5226-4501-CF4F1776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EF829-347A-43CB-0E79-AADF5466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6C28-DB36-4DC5-9611-0FC2EA5833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64700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A0D83-5482-9735-1107-5EDCB575F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52B2E6-819B-2ECF-E61B-87C08AC3C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B83C15-B8B2-9713-C574-619DDD1C9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6F02-83B7-4E19-83C2-1C2FB5AA8DCD}" type="datetimeFigureOut">
              <a:rPr lang="en-ID" smtClean="0"/>
              <a:t>28/09/2025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9CE47-304F-4018-B6B2-E8B49CEA6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3F49A-5BF9-4E13-8EEE-90F771E2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6C28-DB36-4DC5-9611-0FC2EA5833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71621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BFDA6-8948-EBCE-4384-47B71FF21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DA2C1-87B5-F816-508B-19A0990B73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443A56-12CF-D90E-59FC-6939202F0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2FBA41-1CF4-7455-CD2F-4666155FA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6F02-83B7-4E19-83C2-1C2FB5AA8DCD}" type="datetimeFigureOut">
              <a:rPr lang="en-ID" smtClean="0"/>
              <a:t>28/09/2025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D37AA-389E-FA31-A3A0-254EEC5E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5C88C5-CD3C-915C-3346-099DF89B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6C28-DB36-4DC5-9611-0FC2EA5833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18066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A44BB-6FA3-9B70-8865-3D029DE3E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24A42-5F0E-B213-A179-BA92CD568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D10AD-3C18-F5D2-462F-C2FD087D7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28E0F7-7FA2-3157-3521-472155FF64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94DB35-C082-D5C1-0EBB-A463F8C3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7CF126-5DD3-A266-FDE5-B254F2EEB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6F02-83B7-4E19-83C2-1C2FB5AA8DCD}" type="datetimeFigureOut">
              <a:rPr lang="en-ID" smtClean="0"/>
              <a:t>28/09/2025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433E2-7272-3A55-84BA-B2BCC899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971EAD-1882-592F-1801-F95F5206F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6C28-DB36-4DC5-9611-0FC2EA5833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6185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3CF8A-AFA1-9744-6DF7-38EA6731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CBE0FB-EBB0-F014-8478-FFA43CAD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6F02-83B7-4E19-83C2-1C2FB5AA8DCD}" type="datetimeFigureOut">
              <a:rPr lang="en-ID" smtClean="0"/>
              <a:t>28/09/2025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E37CB-0D3B-F864-6808-BBF1CA44D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EACFA-6342-163E-CF0D-467993940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6C28-DB36-4DC5-9611-0FC2EA5833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695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E07A3D-1AA5-169F-C479-792311C53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6F02-83B7-4E19-83C2-1C2FB5AA8DCD}" type="datetimeFigureOut">
              <a:rPr lang="en-ID" smtClean="0"/>
              <a:t>28/09/2025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CB17C4-5775-12C5-BCC5-CBEFB13FC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D3EF74-7EC9-C22D-FF80-14C45962D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6C28-DB36-4DC5-9611-0FC2EA5833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70356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10E7A-9B5E-3362-A42D-3CE172BCE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5461C-EBCF-F615-A16E-0C4A50416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5AFBC8-59D9-B2E3-BC33-7B80833F6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5B6D8-D215-C754-E9CB-EC990F7F0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6F02-83B7-4E19-83C2-1C2FB5AA8DCD}" type="datetimeFigureOut">
              <a:rPr lang="en-ID" smtClean="0"/>
              <a:t>28/09/2025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0AF19-BBE3-E71D-0F64-1358A9C84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302B8-443D-27C0-DA26-ACDF5B6BD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6C28-DB36-4DC5-9611-0FC2EA5833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6747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18F4C-8B81-60AE-0DF5-A6537EA3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F766CB-1ABE-8C0B-DBF5-47BE8F390B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374A35-9F96-F012-A355-7DF60B5310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EBC27-B64D-FF6C-A217-0AE9A1D48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6F02-83B7-4E19-83C2-1C2FB5AA8DCD}" type="datetimeFigureOut">
              <a:rPr lang="en-ID" smtClean="0"/>
              <a:t>28/09/2025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8DB948-D782-325D-FA0D-B8E9DDFA0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77BAD-10CB-10F5-1B39-B7654D04B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6C28-DB36-4DC5-9611-0FC2EA5833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69194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D5C39-F7D0-EE9C-DB34-981603BA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12BE1-9142-2D78-9248-108478CB7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A4CC0-15D0-F7F0-A43F-7EBBC40C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6F02-83B7-4E19-83C2-1C2FB5AA8DCD}" type="datetimeFigureOut">
              <a:rPr lang="en-ID" smtClean="0"/>
              <a:t>28/09/2025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2D99E-BC1C-AAEE-A883-1EDFD2B22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C4AD1-D262-87F0-2C79-84CCC25C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6C28-DB36-4DC5-9611-0FC2EA5833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6310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1961D2-5070-593F-C9F7-CA64940A31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3AB9FC-2459-365C-7A6F-F659506721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1806D-85D4-58E1-B5DC-F2968EC4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26F02-83B7-4E19-83C2-1C2FB5AA8DCD}" type="datetimeFigureOut">
              <a:rPr lang="en-ID" smtClean="0"/>
              <a:t>28/09/2025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782CD-9837-E44C-F6BF-F60569BD8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56476-2F40-62DE-608F-4EC728EA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06C28-DB36-4DC5-9611-0FC2EA5833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873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60BAFF-4C46-6421-702B-AF49F26AB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410D7-4D03-CAB8-97E2-991CF4038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D11D6-E1E1-F19B-7546-95BAA01CF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A26F02-83B7-4E19-83C2-1C2FB5AA8DCD}" type="datetimeFigureOut">
              <a:rPr lang="en-ID" smtClean="0"/>
              <a:t>28/09/2025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64B2E-E0BD-3FF7-31A0-22D9F9DAF4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99DED-812D-2791-A10F-63B9E40C26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E06C28-DB36-4DC5-9611-0FC2EA58333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3332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drive.google.com/file/d/1epIIIgHpJACdhIrLH1le8gQgiORorStp/view?usp=sharing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spreadsheets/d/1JzPdWBaWTh8FryUfU5VwJdjKrfHQcDwHbL3v4fokbSU/edit?usp=sharing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134706B-150F-487B-B4FB-34C10219C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D23E7-C75D-4AFA-A4D4-BE5558110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Graphic 1">
            <a:extLst>
              <a:ext uri="{FF2B5EF4-FFF2-40B4-BE49-F238E27FC236}">
                <a16:creationId xmlns:a16="http://schemas.microsoft.com/office/drawing/2014/main" id="{D6705569-F545-4F47-A260-A9202826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7B12E-28C6-37F9-5CC1-845A0E34A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3949" y="1889091"/>
            <a:ext cx="5541054" cy="922816"/>
          </a:xfrm>
        </p:spPr>
        <p:txBody>
          <a:bodyPr>
            <a:normAutofit/>
          </a:bodyPr>
          <a:lstStyle/>
          <a:p>
            <a:r>
              <a:rPr lang="en-US" sz="5200" b="1" dirty="0"/>
              <a:t>PERTEMUAN 6</a:t>
            </a:r>
            <a:endParaRPr lang="en-ID" sz="52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A8C96-1307-72F7-074C-FAFE512841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2910" y="2993502"/>
            <a:ext cx="6591719" cy="1191873"/>
          </a:xfrm>
        </p:spPr>
        <p:txBody>
          <a:bodyPr>
            <a:normAutofit/>
          </a:bodyPr>
          <a:lstStyle/>
          <a:p>
            <a:r>
              <a:rPr lang="en-US" dirty="0" err="1"/>
              <a:t>Pengenalan</a:t>
            </a:r>
            <a:r>
              <a:rPr lang="en-US" dirty="0"/>
              <a:t> </a:t>
            </a:r>
            <a:r>
              <a:rPr lang="en-US" dirty="0" err="1"/>
              <a:t>Topologi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dan </a:t>
            </a:r>
            <a:r>
              <a:rPr lang="en-US" dirty="0" err="1"/>
              <a:t>Konfigurasi</a:t>
            </a:r>
            <a:r>
              <a:rPr lang="en-US" dirty="0"/>
              <a:t> IP Address pada LAN</a:t>
            </a:r>
          </a:p>
        </p:txBody>
      </p:sp>
    </p:spTree>
    <p:extLst>
      <p:ext uri="{BB962C8B-B14F-4D97-AF65-F5344CB8AC3E}">
        <p14:creationId xmlns:p14="http://schemas.microsoft.com/office/powerpoint/2010/main" val="19148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08ECF-4FD9-62FF-82CA-288E307E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1094" y="1058780"/>
            <a:ext cx="5602705" cy="30921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Berlin Sans FB Demi" panose="020E0802020502020306" pitchFamily="34" charset="0"/>
              </a:rPr>
              <a:t>TOPOLOGI JARINGAN</a:t>
            </a:r>
          </a:p>
        </p:txBody>
      </p:sp>
    </p:spTree>
    <p:extLst>
      <p:ext uri="{BB962C8B-B14F-4D97-AF65-F5344CB8AC3E}">
        <p14:creationId xmlns:p14="http://schemas.microsoft.com/office/powerpoint/2010/main" val="108852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44" name="Freeform: Shape 1043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30" name="Picture 6" descr="Apa itu topologi bus beserta contohnya – Rilis TI">
            <a:extLst>
              <a:ext uri="{FF2B5EF4-FFF2-40B4-BE49-F238E27FC236}">
                <a16:creationId xmlns:a16="http://schemas.microsoft.com/office/drawing/2014/main" id="{A6EDF8E8-A891-132E-7430-D369B654D9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17"/>
          <a:stretch>
            <a:fillRect/>
          </a:stretch>
        </p:blipFill>
        <p:spPr bwMode="auto">
          <a:xfrm>
            <a:off x="3296446" y="643468"/>
            <a:ext cx="7330350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0D278B04-DC75-10BB-F67E-9F29E08E06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CEBB4-94EC-419E-B431-AE9B3CEE2076}"/>
              </a:ext>
            </a:extLst>
          </p:cNvPr>
          <p:cNvSpPr txBox="1"/>
          <p:nvPr/>
        </p:nvSpPr>
        <p:spPr>
          <a:xfrm>
            <a:off x="270619" y="821715"/>
            <a:ext cx="25891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TOPOLOGI</a:t>
            </a:r>
          </a:p>
          <a:p>
            <a:pPr algn="ctr"/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BUS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548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6C1754-7822-90A0-AF4D-07CDC9534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tar Topology Network Diagram Template | MyDraw">
            <a:extLst>
              <a:ext uri="{FF2B5EF4-FFF2-40B4-BE49-F238E27FC236}">
                <a16:creationId xmlns:a16="http://schemas.microsoft.com/office/drawing/2014/main" id="{6697AC30-0887-0DA2-3354-48BCD6B4B3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76"/>
          <a:stretch>
            <a:fillRect/>
          </a:stretch>
        </p:blipFill>
        <p:spPr bwMode="auto">
          <a:xfrm>
            <a:off x="181073" y="534867"/>
            <a:ext cx="9210684" cy="5788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6815E046-6B9A-ADF9-5117-7319C6C80B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419F7-3D66-1DD9-3B37-CA77B15CCCA1}"/>
              </a:ext>
            </a:extLst>
          </p:cNvPr>
          <p:cNvSpPr txBox="1"/>
          <p:nvPr/>
        </p:nvSpPr>
        <p:spPr>
          <a:xfrm>
            <a:off x="8913911" y="807403"/>
            <a:ext cx="25891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TOPOLOGI</a:t>
            </a:r>
          </a:p>
          <a:p>
            <a:pPr algn="ctr"/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STAR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01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EFD545-AAD7-3D6B-4C84-200A992BF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8" name="Rectangle 5137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What is a Ring Topology?">
            <a:extLst>
              <a:ext uri="{FF2B5EF4-FFF2-40B4-BE49-F238E27FC236}">
                <a16:creationId xmlns:a16="http://schemas.microsoft.com/office/drawing/2014/main" id="{9D66CFCA-6D0A-B342-EA53-A231917750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4" t="10362" r="14881" b="8760"/>
          <a:stretch>
            <a:fillRect/>
          </a:stretch>
        </p:blipFill>
        <p:spPr bwMode="auto">
          <a:xfrm>
            <a:off x="1111046" y="358590"/>
            <a:ext cx="6110046" cy="6140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39" name="Freeform: Shape 5138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B230849A-FF1A-AE21-7B79-A02CA87F44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261810-21BB-0A23-FD90-6C348656FFF8}"/>
              </a:ext>
            </a:extLst>
          </p:cNvPr>
          <p:cNvSpPr txBox="1"/>
          <p:nvPr/>
        </p:nvSpPr>
        <p:spPr>
          <a:xfrm>
            <a:off x="8913911" y="807403"/>
            <a:ext cx="25891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TOPOLOGI</a:t>
            </a:r>
          </a:p>
          <a:p>
            <a:pPr algn="ctr"/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RING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2667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AB0E82-6434-F0C2-089E-18464300D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7BDAC5B6-20CE-447F-8BA1-F2274AC7A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53" name="Freeform: Shape 6152">
            <a:extLst>
              <a:ext uri="{FF2B5EF4-FFF2-40B4-BE49-F238E27FC236}">
                <a16:creationId xmlns:a16="http://schemas.microsoft.com/office/drawing/2014/main" id="{D1D22B31-BF8F-446B-9009-8A251FB17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3094406 w 12192000"/>
              <a:gd name="connsiteY0" fmla="*/ 283966 h 6858000"/>
              <a:gd name="connsiteX1" fmla="*/ 3038833 w 12192000"/>
              <a:gd name="connsiteY1" fmla="*/ 309661 h 6858000"/>
              <a:gd name="connsiteX2" fmla="*/ 3348384 w 12192000"/>
              <a:gd name="connsiteY2" fmla="*/ 406000 h 6858000"/>
              <a:gd name="connsiteX3" fmla="*/ 2864309 w 12192000"/>
              <a:gd name="connsiteY3" fmla="*/ 355295 h 6858000"/>
              <a:gd name="connsiteX4" fmla="*/ 2856039 w 12192000"/>
              <a:gd name="connsiteY4" fmla="*/ 388058 h 6858000"/>
              <a:gd name="connsiteX5" fmla="*/ 3405794 w 12192000"/>
              <a:gd name="connsiteY5" fmla="*/ 512089 h 6858000"/>
              <a:gd name="connsiteX6" fmla="*/ 3356651 w 12192000"/>
              <a:gd name="connsiteY6" fmla="*/ 531204 h 6858000"/>
              <a:gd name="connsiteX7" fmla="*/ 3064552 w 12192000"/>
              <a:gd name="connsiteY7" fmla="*/ 483228 h 6858000"/>
              <a:gd name="connsiteX8" fmla="*/ 3005765 w 12192000"/>
              <a:gd name="connsiteY8" fmla="*/ 495708 h 6858000"/>
              <a:gd name="connsiteX9" fmla="*/ 3034700 w 12192000"/>
              <a:gd name="connsiteY9" fmla="*/ 553823 h 6858000"/>
              <a:gd name="connsiteX10" fmla="*/ 3161459 w 12192000"/>
              <a:gd name="connsiteY10" fmla="*/ 576445 h 6858000"/>
              <a:gd name="connsiteX11" fmla="*/ 3358949 w 12192000"/>
              <a:gd name="connsiteY11" fmla="*/ 712961 h 6858000"/>
              <a:gd name="connsiteX12" fmla="*/ 3059960 w 12192000"/>
              <a:gd name="connsiteY12" fmla="*/ 696576 h 6858000"/>
              <a:gd name="connsiteX13" fmla="*/ 3007143 w 12192000"/>
              <a:gd name="connsiteY13" fmla="*/ 729732 h 6858000"/>
              <a:gd name="connsiteX14" fmla="*/ 2986935 w 12192000"/>
              <a:gd name="connsiteY14" fmla="*/ 772635 h 6858000"/>
              <a:gd name="connsiteX15" fmla="*/ 2871197 w 12192000"/>
              <a:gd name="connsiteY15" fmla="*/ 808127 h 6858000"/>
              <a:gd name="connsiteX16" fmla="*/ 3053071 w 12192000"/>
              <a:gd name="connsiteY16" fmla="*/ 847913 h 6858000"/>
              <a:gd name="connsiteX17" fmla="*/ 2858796 w 12192000"/>
              <a:gd name="connsiteY17" fmla="*/ 847913 h 6858000"/>
              <a:gd name="connsiteX18" fmla="*/ 2635588 w 12192000"/>
              <a:gd name="connsiteY18" fmla="*/ 820611 h 6858000"/>
              <a:gd name="connsiteX19" fmla="*/ 2397683 w 12192000"/>
              <a:gd name="connsiteY19" fmla="*/ 829190 h 6858000"/>
              <a:gd name="connsiteX20" fmla="*/ 1921874 w 12192000"/>
              <a:gd name="connsiteY20" fmla="*/ 778877 h 6858000"/>
              <a:gd name="connsiteX21" fmla="*/ 1695450 w 12192000"/>
              <a:gd name="connsiteY21" fmla="*/ 782386 h 6858000"/>
              <a:gd name="connsiteX22" fmla="*/ 2954324 w 12192000"/>
              <a:gd name="connsiteY22" fmla="*/ 1120940 h 6858000"/>
              <a:gd name="connsiteX23" fmla="*/ 2890028 w 12192000"/>
              <a:gd name="connsiteY23" fmla="*/ 1195435 h 6858000"/>
              <a:gd name="connsiteX24" fmla="*/ 3153652 w 12192000"/>
              <a:gd name="connsiteY24" fmla="*/ 1276563 h 6858000"/>
              <a:gd name="connsiteX25" fmla="*/ 3218410 w 12192000"/>
              <a:gd name="connsiteY25" fmla="*/ 1356911 h 6858000"/>
              <a:gd name="connsiteX26" fmla="*/ 3137118 w 12192000"/>
              <a:gd name="connsiteY26" fmla="*/ 1349891 h 6858000"/>
              <a:gd name="connsiteX27" fmla="*/ 3067309 w 12192000"/>
              <a:gd name="connsiteY27" fmla="*/ 1365102 h 6858000"/>
              <a:gd name="connsiteX28" fmla="*/ 3096243 w 12192000"/>
              <a:gd name="connsiteY28" fmla="*/ 1467292 h 6858000"/>
              <a:gd name="connsiteX29" fmla="*/ 3468716 w 12192000"/>
              <a:gd name="connsiteY29" fmla="*/ 1599125 h 6858000"/>
              <a:gd name="connsiteX30" fmla="*/ 3502241 w 12192000"/>
              <a:gd name="connsiteY30" fmla="*/ 1642029 h 6858000"/>
              <a:gd name="connsiteX31" fmla="*/ 3457692 w 12192000"/>
              <a:gd name="connsiteY31" fmla="*/ 1672453 h 6858000"/>
              <a:gd name="connsiteX32" fmla="*/ 3337362 w 12192000"/>
              <a:gd name="connsiteY32" fmla="*/ 1688053 h 6858000"/>
              <a:gd name="connsiteX33" fmla="*/ 3505915 w 12192000"/>
              <a:gd name="connsiteY33" fmla="*/ 1834318 h 6858000"/>
              <a:gd name="connsiteX34" fmla="*/ 3567458 w 12192000"/>
              <a:gd name="connsiteY34" fmla="*/ 1874880 h 6858000"/>
              <a:gd name="connsiteX35" fmla="*/ 3672634 w 12192000"/>
              <a:gd name="connsiteY35" fmla="*/ 1937678 h 6858000"/>
              <a:gd name="connsiteX36" fmla="*/ 3674470 w 12192000"/>
              <a:gd name="connsiteY36" fmla="*/ 1956789 h 6858000"/>
              <a:gd name="connsiteX37" fmla="*/ 3531176 w 12192000"/>
              <a:gd name="connsiteY37" fmla="*/ 2024266 h 6858000"/>
              <a:gd name="connsiteX38" fmla="*/ 3272604 w 12192000"/>
              <a:gd name="connsiteY38" fmla="*/ 2005933 h 6858000"/>
              <a:gd name="connsiteX39" fmla="*/ 3654720 w 12192000"/>
              <a:gd name="connsiteY39" fmla="*/ 2106564 h 6858000"/>
              <a:gd name="connsiteX40" fmla="*/ 2417892 w 12192000"/>
              <a:gd name="connsiteY40" fmla="*/ 1866690 h 6858000"/>
              <a:gd name="connsiteX41" fmla="*/ 2496888 w 12192000"/>
              <a:gd name="connsiteY41" fmla="*/ 1929487 h 6858000"/>
              <a:gd name="connsiteX42" fmla="*/ 2929526 w 12192000"/>
              <a:gd name="connsiteY42" fmla="*/ 2094862 h 6858000"/>
              <a:gd name="connsiteX43" fmla="*/ 3052152 w 12192000"/>
              <a:gd name="connsiteY43" fmla="*/ 2198613 h 6858000"/>
              <a:gd name="connsiteX44" fmla="*/ 3180748 w 12192000"/>
              <a:gd name="connsiteY44" fmla="*/ 2255948 h 6858000"/>
              <a:gd name="connsiteX45" fmla="*/ 3361244 w 12192000"/>
              <a:gd name="connsiteY45" fmla="*/ 2254777 h 6858000"/>
              <a:gd name="connsiteX46" fmla="*/ 3489382 w 12192000"/>
              <a:gd name="connsiteY46" fmla="*/ 2342926 h 6858000"/>
              <a:gd name="connsiteX47" fmla="*/ 3355733 w 12192000"/>
              <a:gd name="connsiteY47" fmla="*/ 2361649 h 6858000"/>
              <a:gd name="connsiteX48" fmla="*/ 3199121 w 12192000"/>
              <a:gd name="connsiteY48" fmla="*/ 2347216 h 6858000"/>
              <a:gd name="connsiteX49" fmla="*/ 2861091 w 12192000"/>
              <a:gd name="connsiteY49" fmla="*/ 2351896 h 6858000"/>
              <a:gd name="connsiteX50" fmla="*/ 2667278 w 12192000"/>
              <a:gd name="connsiteY50" fmla="*/ 2369058 h 6858000"/>
              <a:gd name="connsiteX51" fmla="*/ 2221781 w 12192000"/>
              <a:gd name="connsiteY51" fmla="*/ 2339805 h 6858000"/>
              <a:gd name="connsiteX52" fmla="*/ 2247961 w 12192000"/>
              <a:gd name="connsiteY52" fmla="*/ 2414693 h 6858000"/>
              <a:gd name="connsiteX53" fmla="*/ 2231425 w 12192000"/>
              <a:gd name="connsiteY53" fmla="*/ 2479828 h 6858000"/>
              <a:gd name="connsiteX54" fmla="*/ 2224996 w 12192000"/>
              <a:gd name="connsiteY54" fmla="*/ 2621414 h 6858000"/>
              <a:gd name="connsiteX55" fmla="*/ 2229131 w 12192000"/>
              <a:gd name="connsiteY55" fmla="*/ 2644426 h 6858000"/>
              <a:gd name="connsiteX56" fmla="*/ 2129466 w 12192000"/>
              <a:gd name="connsiteY56" fmla="*/ 2659247 h 6858000"/>
              <a:gd name="connsiteX57" fmla="*/ 2723312 w 12192000"/>
              <a:gd name="connsiteY57" fmla="*/ 2953726 h 6858000"/>
              <a:gd name="connsiteX58" fmla="*/ 2326496 w 12192000"/>
              <a:gd name="connsiteY58" fmla="*/ 2878838 h 6858000"/>
              <a:gd name="connsiteX59" fmla="*/ 2272759 w 12192000"/>
              <a:gd name="connsiteY59" fmla="*/ 3002480 h 6858000"/>
              <a:gd name="connsiteX60" fmla="*/ 2459226 w 12192000"/>
              <a:gd name="connsiteY60" fmla="*/ 3112471 h 6858000"/>
              <a:gd name="connsiteX61" fmla="*/ 2528117 w 12192000"/>
              <a:gd name="connsiteY61" fmla="*/ 3330111 h 6858000"/>
              <a:gd name="connsiteX62" fmla="*/ 2494590 w 12192000"/>
              <a:gd name="connsiteY62" fmla="*/ 3529029 h 6858000"/>
              <a:gd name="connsiteX63" fmla="*/ 2414677 w 12192000"/>
              <a:gd name="connsiteY63" fmla="*/ 3592215 h 6858000"/>
              <a:gd name="connsiteX64" fmla="*/ 2298940 w 12192000"/>
              <a:gd name="connsiteY64" fmla="*/ 3705716 h 6858000"/>
              <a:gd name="connsiteX65" fmla="*/ 2227294 w 12192000"/>
              <a:gd name="connsiteY65" fmla="*/ 3775921 h 6858000"/>
              <a:gd name="connsiteX66" fmla="*/ 1978366 w 12192000"/>
              <a:gd name="connsiteY66" fmla="*/ 3748620 h 6858000"/>
              <a:gd name="connsiteX67" fmla="*/ 2310421 w 12192000"/>
              <a:gd name="connsiteY67" fmla="*/ 3926868 h 6858000"/>
              <a:gd name="connsiteX68" fmla="*/ 2041285 w 12192000"/>
              <a:gd name="connsiteY68" fmla="*/ 3904635 h 6858000"/>
              <a:gd name="connsiteX69" fmla="*/ 1953565 w 12192000"/>
              <a:gd name="connsiteY69" fmla="*/ 3917116 h 6858000"/>
              <a:gd name="connsiteX70" fmla="*/ 2003623 w 12192000"/>
              <a:gd name="connsiteY70" fmla="*/ 3974842 h 6858000"/>
              <a:gd name="connsiteX71" fmla="*/ 2201114 w 12192000"/>
              <a:gd name="connsiteY71" fmla="*/ 4072742 h 6858000"/>
              <a:gd name="connsiteX72" fmla="*/ 2608032 w 12192000"/>
              <a:gd name="connsiteY72" fmla="*/ 4337967 h 6858000"/>
              <a:gd name="connsiteX73" fmla="*/ 2213973 w 12192000"/>
              <a:gd name="connsiteY73" fmla="*/ 4216277 h 6858000"/>
              <a:gd name="connsiteX74" fmla="*/ 2629158 w 12192000"/>
              <a:gd name="connsiteY74" fmla="*/ 4488911 h 6858000"/>
              <a:gd name="connsiteX75" fmla="*/ 2721471 w 12192000"/>
              <a:gd name="connsiteY75" fmla="*/ 4579399 h 6858000"/>
              <a:gd name="connsiteX76" fmla="*/ 2907939 w 12192000"/>
              <a:gd name="connsiteY76" fmla="*/ 4804062 h 6858000"/>
              <a:gd name="connsiteX77" fmla="*/ 2898753 w 12192000"/>
              <a:gd name="connsiteY77" fmla="*/ 4829414 h 6858000"/>
              <a:gd name="connsiteX78" fmla="*/ 2683352 w 12192000"/>
              <a:gd name="connsiteY78" fmla="*/ 4793141 h 6858000"/>
              <a:gd name="connsiteX79" fmla="*/ 2962594 w 12192000"/>
              <a:gd name="connsiteY79" fmla="*/ 4981920 h 6858000"/>
              <a:gd name="connsiteX80" fmla="*/ 3251019 w 12192000"/>
              <a:gd name="connsiteY80" fmla="*/ 5127012 h 6858000"/>
              <a:gd name="connsiteX81" fmla="*/ 3046180 w 12192000"/>
              <a:gd name="connsiteY81" fmla="*/ 5104781 h 6858000"/>
              <a:gd name="connsiteX82" fmla="*/ 2764646 w 12192000"/>
              <a:gd name="connsiteY82" fmla="*/ 5021703 h 6858000"/>
              <a:gd name="connsiteX83" fmla="*/ 2666820 w 12192000"/>
              <a:gd name="connsiteY83" fmla="*/ 5052905 h 6858000"/>
              <a:gd name="connsiteX84" fmla="*/ 2933657 w 12192000"/>
              <a:gd name="connsiteY84" fmla="*/ 5190198 h 6858000"/>
              <a:gd name="connsiteX85" fmla="*/ 3086598 w 12192000"/>
              <a:gd name="connsiteY85" fmla="*/ 5253776 h 6858000"/>
              <a:gd name="connsiteX86" fmla="*/ 3147680 w 12192000"/>
              <a:gd name="connsiteY86" fmla="*/ 5302531 h 6858000"/>
              <a:gd name="connsiteX87" fmla="*/ 3322204 w 12192000"/>
              <a:gd name="connsiteY87" fmla="*/ 5476487 h 6858000"/>
              <a:gd name="connsiteX88" fmla="*/ 3834758 w 12192000"/>
              <a:gd name="connsiteY88" fmla="*/ 5666434 h 6858000"/>
              <a:gd name="connsiteX89" fmla="*/ 4314240 w 12192000"/>
              <a:gd name="connsiteY89" fmla="*/ 5902409 h 6858000"/>
              <a:gd name="connsiteX90" fmla="*/ 4688552 w 12192000"/>
              <a:gd name="connsiteY90" fmla="*/ 6049453 h 6858000"/>
              <a:gd name="connsiteX91" fmla="*/ 5634660 w 12192000"/>
              <a:gd name="connsiteY91" fmla="*/ 6238620 h 6858000"/>
              <a:gd name="connsiteX92" fmla="*/ 9222980 w 12192000"/>
              <a:gd name="connsiteY92" fmla="*/ 4955397 h 6858000"/>
              <a:gd name="connsiteX93" fmla="*/ 9268448 w 12192000"/>
              <a:gd name="connsiteY93" fmla="*/ 4917173 h 6858000"/>
              <a:gd name="connsiteX94" fmla="*/ 9442512 w 12192000"/>
              <a:gd name="connsiteY94" fmla="*/ 4773251 h 6858000"/>
              <a:gd name="connsiteX95" fmla="*/ 9590400 w 12192000"/>
              <a:gd name="connsiteY95" fmla="*/ 4643756 h 6858000"/>
              <a:gd name="connsiteX96" fmla="*/ 9513242 w 12192000"/>
              <a:gd name="connsiteY96" fmla="*/ 4600073 h 6858000"/>
              <a:gd name="connsiteX97" fmla="*/ 9617498 w 12192000"/>
              <a:gd name="connsiteY97" fmla="*/ 4476430 h 6858000"/>
              <a:gd name="connsiteX98" fmla="*/ 9949094 w 12192000"/>
              <a:gd name="connsiteY98" fmla="*/ 4095364 h 6858000"/>
              <a:gd name="connsiteX99" fmla="*/ 10094686 w 12192000"/>
              <a:gd name="connsiteY99" fmla="*/ 4011507 h 6858000"/>
              <a:gd name="connsiteX100" fmla="*/ 10271967 w 12192000"/>
              <a:gd name="connsiteY100" fmla="*/ 3800497 h 6858000"/>
              <a:gd name="connsiteX101" fmla="*/ 10297226 w 12192000"/>
              <a:gd name="connsiteY101" fmla="*/ 3751742 h 6858000"/>
              <a:gd name="connsiteX102" fmla="*/ 10260943 w 12192000"/>
              <a:gd name="connsiteY102" fmla="*/ 3689723 h 6858000"/>
              <a:gd name="connsiteX103" fmla="*/ 10233847 w 12192000"/>
              <a:gd name="connsiteY103" fmla="*/ 3627319 h 6858000"/>
              <a:gd name="connsiteX104" fmla="*/ 10269209 w 12192000"/>
              <a:gd name="connsiteY104" fmla="*/ 3608986 h 6858000"/>
              <a:gd name="connsiteX105" fmla="*/ 10496550 w 12192000"/>
              <a:gd name="connsiteY105" fmla="*/ 3577393 h 6858000"/>
              <a:gd name="connsiteX106" fmla="*/ 10364738 w 12192000"/>
              <a:gd name="connsiteY106" fmla="*/ 3458823 h 6858000"/>
              <a:gd name="connsiteX107" fmla="*/ 10132346 w 12192000"/>
              <a:gd name="connsiteY107" fmla="*/ 3282137 h 6858000"/>
              <a:gd name="connsiteX108" fmla="*/ 10026712 w 12192000"/>
              <a:gd name="connsiteY108" fmla="*/ 3156543 h 6858000"/>
              <a:gd name="connsiteX109" fmla="*/ 10014312 w 12192000"/>
              <a:gd name="connsiteY109" fmla="*/ 3044213 h 6858000"/>
              <a:gd name="connsiteX110" fmla="*/ 9806718 w 12192000"/>
              <a:gd name="connsiteY110" fmla="*/ 2977907 h 6858000"/>
              <a:gd name="connsiteX111" fmla="*/ 10001912 w 12192000"/>
              <a:gd name="connsiteY111" fmla="*/ 2740374 h 6858000"/>
              <a:gd name="connsiteX112" fmla="*/ 10021662 w 12192000"/>
              <a:gd name="connsiteY112" fmla="*/ 2691231 h 6858000"/>
              <a:gd name="connsiteX113" fmla="*/ 9904546 w 12192000"/>
              <a:gd name="connsiteY113" fmla="*/ 2515322 h 6858000"/>
              <a:gd name="connsiteX114" fmla="*/ 9885256 w 12192000"/>
              <a:gd name="connsiteY114" fmla="*/ 2487240 h 6858000"/>
              <a:gd name="connsiteX115" fmla="*/ 9842085 w 12192000"/>
              <a:gd name="connsiteY115" fmla="*/ 2431074 h 6858000"/>
              <a:gd name="connsiteX116" fmla="*/ 9718078 w 12192000"/>
              <a:gd name="connsiteY116" fmla="*/ 2417424 h 6858000"/>
              <a:gd name="connsiteX117" fmla="*/ 9782378 w 12192000"/>
              <a:gd name="connsiteY117" fmla="*/ 2377641 h 6858000"/>
              <a:gd name="connsiteX118" fmla="*/ 9907302 w 12192000"/>
              <a:gd name="connsiteY118" fmla="*/ 2243078 h 6858000"/>
              <a:gd name="connsiteX119" fmla="*/ 9824171 w 12192000"/>
              <a:gd name="connsiteY119" fmla="*/ 2114365 h 6858000"/>
              <a:gd name="connsiteX120" fmla="*/ 9818662 w 12192000"/>
              <a:gd name="connsiteY120" fmla="*/ 2043377 h 6858000"/>
              <a:gd name="connsiteX121" fmla="*/ 9958740 w 12192000"/>
              <a:gd name="connsiteY121" fmla="*/ 1952499 h 6858000"/>
              <a:gd name="connsiteX122" fmla="*/ 10064374 w 12192000"/>
              <a:gd name="connsiteY122" fmla="*/ 1916615 h 6858000"/>
              <a:gd name="connsiteX123" fmla="*/ 10113055 w 12192000"/>
              <a:gd name="connsiteY123" fmla="*/ 1865131 h 6858000"/>
              <a:gd name="connsiteX124" fmla="*/ 10055646 w 12192000"/>
              <a:gd name="connsiteY124" fmla="*/ 1822227 h 6858000"/>
              <a:gd name="connsiteX125" fmla="*/ 9800748 w 12192000"/>
              <a:gd name="connsiteY125" fmla="*/ 1720036 h 6858000"/>
              <a:gd name="connsiteX126" fmla="*/ 9938071 w 12192000"/>
              <a:gd name="connsiteY126" fmla="*/ 1634617 h 6858000"/>
              <a:gd name="connsiteX127" fmla="*/ 9220224 w 12192000"/>
              <a:gd name="connsiteY127" fmla="*/ 1231709 h 6858000"/>
              <a:gd name="connsiteX128" fmla="*/ 9133419 w 12192000"/>
              <a:gd name="connsiteY128" fmla="*/ 1170083 h 6858000"/>
              <a:gd name="connsiteX129" fmla="*/ 8672768 w 12192000"/>
              <a:gd name="connsiteY129" fmla="*/ 1020699 h 6858000"/>
              <a:gd name="connsiteX130" fmla="*/ 8198797 w 12192000"/>
              <a:gd name="connsiteY130" fmla="*/ 915000 h 6858000"/>
              <a:gd name="connsiteX131" fmla="*/ 8528095 w 12192000"/>
              <a:gd name="connsiteY131" fmla="*/ 691898 h 6858000"/>
              <a:gd name="connsiteX132" fmla="*/ 8025190 w 12192000"/>
              <a:gd name="connsiteY132" fmla="*/ 640021 h 6858000"/>
              <a:gd name="connsiteX133" fmla="*/ 7976047 w 12192000"/>
              <a:gd name="connsiteY133" fmla="*/ 641584 h 6858000"/>
              <a:gd name="connsiteX134" fmla="*/ 6988604 w 12192000"/>
              <a:gd name="connsiteY134" fmla="*/ 607260 h 6858000"/>
              <a:gd name="connsiteX135" fmla="*/ 5573116 w 12192000"/>
              <a:gd name="connsiteY135" fmla="*/ 493368 h 6858000"/>
              <a:gd name="connsiteX136" fmla="*/ 4401503 w 12192000"/>
              <a:gd name="connsiteY136" fmla="*/ 425112 h 6858000"/>
              <a:gd name="connsiteX137" fmla="*/ 3154109 w 12192000"/>
              <a:gd name="connsiteY137" fmla="*/ 292499 h 6858000"/>
              <a:gd name="connsiteX138" fmla="*/ 3094406 w 12192000"/>
              <a:gd name="connsiteY138" fmla="*/ 283966 h 6858000"/>
              <a:gd name="connsiteX139" fmla="*/ 0 w 12192000"/>
              <a:gd name="connsiteY139" fmla="*/ 0 h 6858000"/>
              <a:gd name="connsiteX140" fmla="*/ 12192000 w 12192000"/>
              <a:gd name="connsiteY140" fmla="*/ 0 h 6858000"/>
              <a:gd name="connsiteX141" fmla="*/ 12192000 w 12192000"/>
              <a:gd name="connsiteY141" fmla="*/ 6858000 h 6858000"/>
              <a:gd name="connsiteX142" fmla="*/ 0 w 12192000"/>
              <a:gd name="connsiteY14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</a:cxnLst>
            <a:rect l="l" t="t" r="r" b="b"/>
            <a:pathLst>
              <a:path w="12192000" h="6858000">
                <a:moveTo>
                  <a:pt x="3094406" y="283966"/>
                </a:moveTo>
                <a:cubicBezTo>
                  <a:pt x="3074312" y="283528"/>
                  <a:pt x="3054907" y="288795"/>
                  <a:pt x="3038833" y="309661"/>
                </a:cubicBezTo>
                <a:cubicBezTo>
                  <a:pt x="3124259" y="364657"/>
                  <a:pt x="3233105" y="343983"/>
                  <a:pt x="3348384" y="406000"/>
                </a:cubicBezTo>
                <a:cubicBezTo>
                  <a:pt x="3161001" y="386497"/>
                  <a:pt x="3012653" y="370896"/>
                  <a:pt x="2864309" y="355295"/>
                </a:cubicBezTo>
                <a:cubicBezTo>
                  <a:pt x="2861553" y="366216"/>
                  <a:pt x="2858796" y="377136"/>
                  <a:pt x="2856039" y="388058"/>
                </a:cubicBezTo>
                <a:cubicBezTo>
                  <a:pt x="3045722" y="411070"/>
                  <a:pt x="3221166" y="470356"/>
                  <a:pt x="3405794" y="512089"/>
                </a:cubicBezTo>
                <a:cubicBezTo>
                  <a:pt x="3388799" y="537835"/>
                  <a:pt x="3371808" y="532763"/>
                  <a:pt x="3356651" y="531204"/>
                </a:cubicBezTo>
                <a:cubicBezTo>
                  <a:pt x="3257907" y="521062"/>
                  <a:pt x="3159164" y="510922"/>
                  <a:pt x="3064552" y="483228"/>
                </a:cubicBezTo>
                <a:cubicBezTo>
                  <a:pt x="3043427" y="476987"/>
                  <a:pt x="3017704" y="476987"/>
                  <a:pt x="3005765" y="495708"/>
                </a:cubicBezTo>
                <a:cubicBezTo>
                  <a:pt x="2988771" y="522231"/>
                  <a:pt x="3013113" y="539393"/>
                  <a:pt x="3034700" y="553823"/>
                </a:cubicBezTo>
                <a:cubicBezTo>
                  <a:pt x="3072360" y="578787"/>
                  <a:pt x="3117827" y="571767"/>
                  <a:pt x="3161459" y="576445"/>
                </a:cubicBezTo>
                <a:cubicBezTo>
                  <a:pt x="3277655" y="588537"/>
                  <a:pt x="3333228" y="626370"/>
                  <a:pt x="3358949" y="712961"/>
                </a:cubicBezTo>
                <a:cubicBezTo>
                  <a:pt x="3256987" y="677857"/>
                  <a:pt x="3158703" y="721151"/>
                  <a:pt x="3059960" y="696576"/>
                </a:cubicBezTo>
                <a:cubicBezTo>
                  <a:pt x="3034240" y="690338"/>
                  <a:pt x="2993364" y="699698"/>
                  <a:pt x="3007143" y="729732"/>
                </a:cubicBezTo>
                <a:cubicBezTo>
                  <a:pt x="3020003" y="757814"/>
                  <a:pt x="3062716" y="778096"/>
                  <a:pt x="2986935" y="772635"/>
                </a:cubicBezTo>
                <a:cubicBezTo>
                  <a:pt x="2932740" y="768735"/>
                  <a:pt x="2826647" y="800329"/>
                  <a:pt x="2871197" y="808127"/>
                </a:cubicBezTo>
                <a:cubicBezTo>
                  <a:pt x="2927228" y="817881"/>
                  <a:pt x="2981883" y="831921"/>
                  <a:pt x="3053071" y="847913"/>
                </a:cubicBezTo>
                <a:cubicBezTo>
                  <a:pt x="2974533" y="874043"/>
                  <a:pt x="2918042" y="868584"/>
                  <a:pt x="2858796" y="847913"/>
                </a:cubicBezTo>
                <a:cubicBezTo>
                  <a:pt x="2787150" y="822949"/>
                  <a:pt x="2693916" y="792528"/>
                  <a:pt x="2635588" y="820611"/>
                </a:cubicBezTo>
                <a:cubicBezTo>
                  <a:pt x="2548326" y="862734"/>
                  <a:pt x="2475760" y="836211"/>
                  <a:pt x="2397683" y="829190"/>
                </a:cubicBezTo>
                <a:cubicBezTo>
                  <a:pt x="2238775" y="814759"/>
                  <a:pt x="2081241" y="790576"/>
                  <a:pt x="1921874" y="778877"/>
                </a:cubicBezTo>
                <a:cubicBezTo>
                  <a:pt x="1858036" y="774195"/>
                  <a:pt x="1789143" y="751964"/>
                  <a:pt x="1695450" y="782386"/>
                </a:cubicBezTo>
                <a:cubicBezTo>
                  <a:pt x="2119822" y="938012"/>
                  <a:pt x="2575423" y="928262"/>
                  <a:pt x="2954324" y="1120940"/>
                </a:cubicBezTo>
                <a:cubicBezTo>
                  <a:pt x="2938251" y="1139269"/>
                  <a:pt x="2856502" y="1191535"/>
                  <a:pt x="2890028" y="1195435"/>
                </a:cubicBezTo>
                <a:cubicBezTo>
                  <a:pt x="2984178" y="1206748"/>
                  <a:pt x="3067767" y="1244971"/>
                  <a:pt x="3153652" y="1276563"/>
                </a:cubicBezTo>
                <a:cubicBezTo>
                  <a:pt x="3190855" y="1290216"/>
                  <a:pt x="3235862" y="1308157"/>
                  <a:pt x="3218410" y="1356911"/>
                </a:cubicBezTo>
                <a:cubicBezTo>
                  <a:pt x="3186719" y="1370562"/>
                  <a:pt x="3163296" y="1351451"/>
                  <a:pt x="3137118" y="1349891"/>
                </a:cubicBezTo>
                <a:cubicBezTo>
                  <a:pt x="3110480" y="1348331"/>
                  <a:pt x="3050773" y="1358471"/>
                  <a:pt x="3067309" y="1365102"/>
                </a:cubicBezTo>
                <a:cubicBezTo>
                  <a:pt x="3142629" y="1395136"/>
                  <a:pt x="3007143" y="1467292"/>
                  <a:pt x="3096243" y="1467292"/>
                </a:cubicBezTo>
                <a:cubicBezTo>
                  <a:pt x="3245506" y="1467681"/>
                  <a:pt x="3324961" y="1595613"/>
                  <a:pt x="3468716" y="1599125"/>
                </a:cubicBezTo>
                <a:cubicBezTo>
                  <a:pt x="3491677" y="1599513"/>
                  <a:pt x="3502700" y="1622137"/>
                  <a:pt x="3502241" y="1642029"/>
                </a:cubicBezTo>
                <a:cubicBezTo>
                  <a:pt x="3502241" y="1665822"/>
                  <a:pt x="3481116" y="1670112"/>
                  <a:pt x="3457692" y="1672453"/>
                </a:cubicBezTo>
                <a:cubicBezTo>
                  <a:pt x="3421868" y="1675962"/>
                  <a:pt x="3384667" y="1642029"/>
                  <a:pt x="3337362" y="1688053"/>
                </a:cubicBezTo>
                <a:cubicBezTo>
                  <a:pt x="3422329" y="1714966"/>
                  <a:pt x="3507294" y="1741878"/>
                  <a:pt x="3505915" y="1834318"/>
                </a:cubicBezTo>
                <a:cubicBezTo>
                  <a:pt x="3505457" y="1859279"/>
                  <a:pt x="3540820" y="1868640"/>
                  <a:pt x="3567458" y="1874880"/>
                </a:cubicBezTo>
                <a:cubicBezTo>
                  <a:pt x="3611549" y="1885023"/>
                  <a:pt x="3648750" y="1902965"/>
                  <a:pt x="3672634" y="1937678"/>
                </a:cubicBezTo>
                <a:cubicBezTo>
                  <a:pt x="3672172" y="1944308"/>
                  <a:pt x="3671715" y="1951329"/>
                  <a:pt x="3674470" y="1956789"/>
                </a:cubicBezTo>
                <a:cubicBezTo>
                  <a:pt x="3666664" y="2040646"/>
                  <a:pt x="3602363" y="2038306"/>
                  <a:pt x="3531176" y="2024266"/>
                </a:cubicBezTo>
                <a:cubicBezTo>
                  <a:pt x="3446211" y="2007103"/>
                  <a:pt x="3362164" y="1975900"/>
                  <a:pt x="3272604" y="2005933"/>
                </a:cubicBezTo>
                <a:cubicBezTo>
                  <a:pt x="3398905" y="2046107"/>
                  <a:pt x="3536229" y="2049228"/>
                  <a:pt x="3654720" y="2106564"/>
                </a:cubicBezTo>
                <a:cubicBezTo>
                  <a:pt x="3221166" y="2117095"/>
                  <a:pt x="2838130" y="1936116"/>
                  <a:pt x="2417892" y="1866690"/>
                </a:cubicBezTo>
                <a:cubicBezTo>
                  <a:pt x="2432130" y="1913105"/>
                  <a:pt x="2466114" y="1922465"/>
                  <a:pt x="2496888" y="1929487"/>
                </a:cubicBezTo>
                <a:cubicBezTo>
                  <a:pt x="2652123" y="1964590"/>
                  <a:pt x="2788067" y="2034408"/>
                  <a:pt x="2929526" y="2094862"/>
                </a:cubicBezTo>
                <a:cubicBezTo>
                  <a:pt x="2987851" y="2119825"/>
                  <a:pt x="3030106" y="2144789"/>
                  <a:pt x="3052152" y="2198613"/>
                </a:cubicBezTo>
                <a:cubicBezTo>
                  <a:pt x="3071903" y="2247367"/>
                  <a:pt x="3110021" y="2269990"/>
                  <a:pt x="3180748" y="2255948"/>
                </a:cubicBezTo>
                <a:cubicBezTo>
                  <a:pt x="3238157" y="2244246"/>
                  <a:pt x="3301078" y="2250487"/>
                  <a:pt x="3361244" y="2254777"/>
                </a:cubicBezTo>
                <a:cubicBezTo>
                  <a:pt x="3430596" y="2259459"/>
                  <a:pt x="3508213" y="2314455"/>
                  <a:pt x="3489382" y="2342926"/>
                </a:cubicBezTo>
                <a:cubicBezTo>
                  <a:pt x="3457233" y="2391292"/>
                  <a:pt x="3403498" y="2367110"/>
                  <a:pt x="3355733" y="2361649"/>
                </a:cubicBezTo>
                <a:cubicBezTo>
                  <a:pt x="3301537" y="2355018"/>
                  <a:pt x="3200957" y="2341367"/>
                  <a:pt x="3199121" y="2347216"/>
                </a:cubicBezTo>
                <a:cubicBezTo>
                  <a:pt x="3163754" y="2468518"/>
                  <a:pt x="2914827" y="2362819"/>
                  <a:pt x="2861091" y="2351896"/>
                </a:cubicBezTo>
                <a:cubicBezTo>
                  <a:pt x="2794038" y="2338245"/>
                  <a:pt x="2731116" y="2363208"/>
                  <a:pt x="2667278" y="2369058"/>
                </a:cubicBezTo>
                <a:cubicBezTo>
                  <a:pt x="2610328" y="2374518"/>
                  <a:pt x="2288376" y="2391292"/>
                  <a:pt x="2221781" y="2339805"/>
                </a:cubicBezTo>
                <a:cubicBezTo>
                  <a:pt x="2212595" y="2379978"/>
                  <a:pt x="2231884" y="2396361"/>
                  <a:pt x="2247961" y="2414693"/>
                </a:cubicBezTo>
                <a:cubicBezTo>
                  <a:pt x="2270465" y="2440824"/>
                  <a:pt x="2274138" y="2459157"/>
                  <a:pt x="2231425" y="2479828"/>
                </a:cubicBezTo>
                <a:cubicBezTo>
                  <a:pt x="2109717" y="2539115"/>
                  <a:pt x="2111557" y="2541065"/>
                  <a:pt x="2224996" y="2621414"/>
                </a:cubicBezTo>
                <a:cubicBezTo>
                  <a:pt x="2230509" y="2624923"/>
                  <a:pt x="2228211" y="2636624"/>
                  <a:pt x="2229131" y="2644426"/>
                </a:cubicBezTo>
                <a:cubicBezTo>
                  <a:pt x="2199276" y="2656906"/>
                  <a:pt x="2164373" y="2625703"/>
                  <a:pt x="2129466" y="2659247"/>
                </a:cubicBezTo>
                <a:cubicBezTo>
                  <a:pt x="2281487" y="2806680"/>
                  <a:pt x="2513421" y="2842953"/>
                  <a:pt x="2723312" y="2953726"/>
                </a:cubicBezTo>
                <a:cubicBezTo>
                  <a:pt x="2553377" y="2990389"/>
                  <a:pt x="2451419" y="2862456"/>
                  <a:pt x="2326496" y="2878838"/>
                </a:cubicBezTo>
                <a:cubicBezTo>
                  <a:pt x="2264036" y="2919012"/>
                  <a:pt x="2449582" y="2983367"/>
                  <a:pt x="2272759" y="3002480"/>
                </a:cubicBezTo>
                <a:cubicBezTo>
                  <a:pt x="2349461" y="3037583"/>
                  <a:pt x="2406411" y="3071905"/>
                  <a:pt x="2459226" y="3112471"/>
                </a:cubicBezTo>
                <a:cubicBezTo>
                  <a:pt x="2553377" y="3185016"/>
                  <a:pt x="2571749" y="3232602"/>
                  <a:pt x="2528117" y="3330111"/>
                </a:cubicBezTo>
                <a:cubicBezTo>
                  <a:pt x="2499642" y="3394076"/>
                  <a:pt x="2457848" y="3452973"/>
                  <a:pt x="2494590" y="3529029"/>
                </a:cubicBezTo>
                <a:cubicBezTo>
                  <a:pt x="2520308" y="3581294"/>
                  <a:pt x="2510206" y="3615617"/>
                  <a:pt x="2414677" y="3592215"/>
                </a:cubicBezTo>
                <a:cubicBezTo>
                  <a:pt x="2311799" y="3567251"/>
                  <a:pt x="2273221" y="3614057"/>
                  <a:pt x="2298940" y="3705716"/>
                </a:cubicBezTo>
                <a:cubicBezTo>
                  <a:pt x="2315473" y="3764612"/>
                  <a:pt x="2298020" y="3782553"/>
                  <a:pt x="2227294" y="3775921"/>
                </a:cubicBezTo>
                <a:cubicBezTo>
                  <a:pt x="2149215" y="3768512"/>
                  <a:pt x="2074811" y="3729898"/>
                  <a:pt x="1978366" y="3748620"/>
                </a:cubicBezTo>
                <a:cubicBezTo>
                  <a:pt x="2055522" y="3855492"/>
                  <a:pt x="2220403" y="3825068"/>
                  <a:pt x="2310421" y="3926868"/>
                </a:cubicBezTo>
                <a:cubicBezTo>
                  <a:pt x="2202950" y="3927259"/>
                  <a:pt x="2120739" y="3926868"/>
                  <a:pt x="2041285" y="3904635"/>
                </a:cubicBezTo>
                <a:cubicBezTo>
                  <a:pt x="2008216" y="3895664"/>
                  <a:pt x="1971934" y="3886305"/>
                  <a:pt x="1953565" y="3917116"/>
                </a:cubicBezTo>
                <a:cubicBezTo>
                  <a:pt x="1931978" y="3954170"/>
                  <a:pt x="1976527" y="3968211"/>
                  <a:pt x="2003623" y="3974842"/>
                </a:cubicBezTo>
                <a:cubicBezTo>
                  <a:pt x="2079866" y="3993563"/>
                  <a:pt x="2138192" y="4038028"/>
                  <a:pt x="2201114" y="4072742"/>
                </a:cubicBezTo>
                <a:cubicBezTo>
                  <a:pt x="2339356" y="4148800"/>
                  <a:pt x="2490917" y="4212375"/>
                  <a:pt x="2608032" y="4337967"/>
                </a:cubicBezTo>
                <a:cubicBezTo>
                  <a:pt x="2460606" y="4305983"/>
                  <a:pt x="2350838" y="4231487"/>
                  <a:pt x="2213973" y="4216277"/>
                </a:cubicBezTo>
                <a:cubicBezTo>
                  <a:pt x="2332467" y="4330557"/>
                  <a:pt x="2484945" y="4405834"/>
                  <a:pt x="2629158" y="4488911"/>
                </a:cubicBezTo>
                <a:cubicBezTo>
                  <a:pt x="2670494" y="4512315"/>
                  <a:pt x="2712289" y="4528306"/>
                  <a:pt x="2721471" y="4579399"/>
                </a:cubicBezTo>
                <a:cubicBezTo>
                  <a:pt x="2739385" y="4678470"/>
                  <a:pt x="2793121" y="4760378"/>
                  <a:pt x="2907939" y="4804062"/>
                </a:cubicBezTo>
                <a:cubicBezTo>
                  <a:pt x="2908859" y="4804452"/>
                  <a:pt x="2902428" y="4819274"/>
                  <a:pt x="2898753" y="4829414"/>
                </a:cubicBezTo>
                <a:cubicBezTo>
                  <a:pt x="2828485" y="4832536"/>
                  <a:pt x="2772912" y="4774028"/>
                  <a:pt x="2683352" y="4793141"/>
                </a:cubicBezTo>
                <a:cubicBezTo>
                  <a:pt x="2769239" y="4872708"/>
                  <a:pt x="2840885" y="4944087"/>
                  <a:pt x="2962594" y="4981920"/>
                </a:cubicBezTo>
                <a:cubicBezTo>
                  <a:pt x="3059960" y="5011952"/>
                  <a:pt x="3180289" y="5029503"/>
                  <a:pt x="3251019" y="5127012"/>
                </a:cubicBezTo>
                <a:cubicBezTo>
                  <a:pt x="3168808" y="5146126"/>
                  <a:pt x="3107723" y="5121944"/>
                  <a:pt x="3046180" y="5104781"/>
                </a:cubicBezTo>
                <a:cubicBezTo>
                  <a:pt x="2952030" y="5078258"/>
                  <a:pt x="2858796" y="5048226"/>
                  <a:pt x="2764646" y="5021703"/>
                </a:cubicBezTo>
                <a:cubicBezTo>
                  <a:pt x="2728821" y="5011563"/>
                  <a:pt x="2689782" y="5004540"/>
                  <a:pt x="2666820" y="5052905"/>
                </a:cubicBezTo>
                <a:cubicBezTo>
                  <a:pt x="2786691" y="5063047"/>
                  <a:pt x="2858337" y="5128575"/>
                  <a:pt x="2933657" y="5190198"/>
                </a:cubicBezTo>
                <a:cubicBezTo>
                  <a:pt x="2975911" y="5224912"/>
                  <a:pt x="3010358" y="5271328"/>
                  <a:pt x="3086598" y="5253776"/>
                </a:cubicBezTo>
                <a:cubicBezTo>
                  <a:pt x="3126554" y="5244415"/>
                  <a:pt x="3151814" y="5270547"/>
                  <a:pt x="3147680" y="5302531"/>
                </a:cubicBezTo>
                <a:cubicBezTo>
                  <a:pt x="3132525" y="5415251"/>
                  <a:pt x="3225759" y="5454645"/>
                  <a:pt x="3322204" y="5476487"/>
                </a:cubicBezTo>
                <a:cubicBezTo>
                  <a:pt x="3504998" y="5517440"/>
                  <a:pt x="3657018" y="5613779"/>
                  <a:pt x="3834758" y="5666434"/>
                </a:cubicBezTo>
                <a:cubicBezTo>
                  <a:pt x="4007445" y="5717529"/>
                  <a:pt x="4141095" y="5838830"/>
                  <a:pt x="4314240" y="5902409"/>
                </a:cubicBezTo>
                <a:cubicBezTo>
                  <a:pt x="4439624" y="5948433"/>
                  <a:pt x="4559494" y="6007718"/>
                  <a:pt x="4688552" y="6049453"/>
                </a:cubicBezTo>
                <a:cubicBezTo>
                  <a:pt x="4993968" y="6148131"/>
                  <a:pt x="5305360" y="6227308"/>
                  <a:pt x="5634660" y="6238620"/>
                </a:cubicBezTo>
                <a:cubicBezTo>
                  <a:pt x="5906549" y="6247590"/>
                  <a:pt x="8264931" y="6239010"/>
                  <a:pt x="9222980" y="4955397"/>
                </a:cubicBezTo>
                <a:cubicBezTo>
                  <a:pt x="9241350" y="4949155"/>
                  <a:pt x="9262017" y="4932775"/>
                  <a:pt x="9268448" y="4917173"/>
                </a:cubicBezTo>
                <a:cubicBezTo>
                  <a:pt x="9299220" y="4844235"/>
                  <a:pt x="9374540" y="4812644"/>
                  <a:pt x="9442512" y="4773251"/>
                </a:cubicBezTo>
                <a:cubicBezTo>
                  <a:pt x="9502220" y="4738536"/>
                  <a:pt x="9565600" y="4702263"/>
                  <a:pt x="9590400" y="4643756"/>
                </a:cubicBezTo>
                <a:cubicBezTo>
                  <a:pt x="9623008" y="4565749"/>
                  <a:pt x="9530236" y="4629716"/>
                  <a:pt x="9513242" y="4600073"/>
                </a:cubicBezTo>
                <a:cubicBezTo>
                  <a:pt x="9548605" y="4559509"/>
                  <a:pt x="9603261" y="4522454"/>
                  <a:pt x="9617498" y="4476430"/>
                </a:cubicBezTo>
                <a:cubicBezTo>
                  <a:pt x="9669394" y="4310276"/>
                  <a:pt x="9781460" y="4189364"/>
                  <a:pt x="9949094" y="4095364"/>
                </a:cubicBezTo>
                <a:cubicBezTo>
                  <a:pt x="9997318" y="4068452"/>
                  <a:pt x="10029007" y="4019306"/>
                  <a:pt x="10094686" y="4011507"/>
                </a:cubicBezTo>
                <a:cubicBezTo>
                  <a:pt x="10240735" y="3994345"/>
                  <a:pt x="10194808" y="3860171"/>
                  <a:pt x="10271967" y="3800497"/>
                </a:cubicBezTo>
                <a:cubicBezTo>
                  <a:pt x="10286662" y="3789184"/>
                  <a:pt x="10299980" y="3766953"/>
                  <a:pt x="10297226" y="3751742"/>
                </a:cubicBezTo>
                <a:cubicBezTo>
                  <a:pt x="10293091" y="3729898"/>
                  <a:pt x="10275639" y="3709227"/>
                  <a:pt x="10260943" y="3689723"/>
                </a:cubicBezTo>
                <a:cubicBezTo>
                  <a:pt x="10245786" y="3670222"/>
                  <a:pt x="10222825" y="3653061"/>
                  <a:pt x="10233847" y="3627319"/>
                </a:cubicBezTo>
                <a:cubicBezTo>
                  <a:pt x="10238437" y="3616788"/>
                  <a:pt x="10235225" y="3580125"/>
                  <a:pt x="10269209" y="3608986"/>
                </a:cubicBezTo>
                <a:cubicBezTo>
                  <a:pt x="10362443" y="3688165"/>
                  <a:pt x="10416637" y="3613279"/>
                  <a:pt x="10496550" y="3577393"/>
                </a:cubicBezTo>
                <a:cubicBezTo>
                  <a:pt x="10432253" y="3540340"/>
                  <a:pt x="10374383" y="3514208"/>
                  <a:pt x="10364738" y="3458823"/>
                </a:cubicBezTo>
                <a:cubicBezTo>
                  <a:pt x="10344991" y="3344542"/>
                  <a:pt x="10260485" y="3292277"/>
                  <a:pt x="10132346" y="3282137"/>
                </a:cubicBezTo>
                <a:cubicBezTo>
                  <a:pt x="10179650" y="3171757"/>
                  <a:pt x="10179650" y="3171757"/>
                  <a:pt x="10026712" y="3156543"/>
                </a:cubicBezTo>
                <a:cubicBezTo>
                  <a:pt x="10085499" y="3086337"/>
                  <a:pt x="10085499" y="3068396"/>
                  <a:pt x="10014312" y="3044213"/>
                </a:cubicBezTo>
                <a:cubicBezTo>
                  <a:pt x="9945880" y="3021201"/>
                  <a:pt x="9870100" y="3013401"/>
                  <a:pt x="9806718" y="2977907"/>
                </a:cubicBezTo>
                <a:cubicBezTo>
                  <a:pt x="9865047" y="2888199"/>
                  <a:pt x="9881580" y="2784060"/>
                  <a:pt x="10001912" y="2740374"/>
                </a:cubicBezTo>
                <a:cubicBezTo>
                  <a:pt x="10020741" y="2733743"/>
                  <a:pt x="10033600" y="2706830"/>
                  <a:pt x="10021662" y="2691231"/>
                </a:cubicBezTo>
                <a:cubicBezTo>
                  <a:pt x="9978030" y="2634675"/>
                  <a:pt x="10040492" y="2527414"/>
                  <a:pt x="9904546" y="2515322"/>
                </a:cubicBezTo>
                <a:cubicBezTo>
                  <a:pt x="9887552" y="2514152"/>
                  <a:pt x="9871936" y="2502450"/>
                  <a:pt x="9885256" y="2487240"/>
                </a:cubicBezTo>
                <a:cubicBezTo>
                  <a:pt x="9931184" y="2434196"/>
                  <a:pt x="9875611" y="2437706"/>
                  <a:pt x="9842085" y="2431074"/>
                </a:cubicBezTo>
                <a:cubicBezTo>
                  <a:pt x="9801668" y="2422884"/>
                  <a:pt x="9755740" y="2446287"/>
                  <a:pt x="9718078" y="2417424"/>
                </a:cubicBezTo>
                <a:cubicBezTo>
                  <a:pt x="9726806" y="2386999"/>
                  <a:pt x="9759413" y="2387390"/>
                  <a:pt x="9782378" y="2377641"/>
                </a:cubicBezTo>
                <a:cubicBezTo>
                  <a:pt x="9849430" y="2349558"/>
                  <a:pt x="9904086" y="2316013"/>
                  <a:pt x="9907302" y="2243078"/>
                </a:cubicBezTo>
                <a:cubicBezTo>
                  <a:pt x="9909596" y="2184182"/>
                  <a:pt x="9916946" y="2132305"/>
                  <a:pt x="9824171" y="2114365"/>
                </a:cubicBezTo>
                <a:cubicBezTo>
                  <a:pt x="9785593" y="2106953"/>
                  <a:pt x="9796616" y="2064440"/>
                  <a:pt x="9818662" y="2043377"/>
                </a:cubicBezTo>
                <a:cubicBezTo>
                  <a:pt x="9858160" y="2005933"/>
                  <a:pt x="9890766" y="1956008"/>
                  <a:pt x="9958740" y="1952499"/>
                </a:cubicBezTo>
                <a:cubicBezTo>
                  <a:pt x="10000075" y="1950158"/>
                  <a:pt x="10031764" y="1934556"/>
                  <a:pt x="10064374" y="1916615"/>
                </a:cubicBezTo>
                <a:cubicBezTo>
                  <a:pt x="10087795" y="1903743"/>
                  <a:pt x="10115810" y="1892823"/>
                  <a:pt x="10113055" y="1865131"/>
                </a:cubicBezTo>
                <a:cubicBezTo>
                  <a:pt x="10110302" y="1838607"/>
                  <a:pt x="10083203" y="1827686"/>
                  <a:pt x="10055646" y="1822227"/>
                </a:cubicBezTo>
                <a:cubicBezTo>
                  <a:pt x="9963792" y="1804675"/>
                  <a:pt x="9877448" y="1778933"/>
                  <a:pt x="9800748" y="1720036"/>
                </a:cubicBezTo>
                <a:cubicBezTo>
                  <a:pt x="9851726" y="1688834"/>
                  <a:pt x="9900410" y="1666211"/>
                  <a:pt x="9938071" y="1634617"/>
                </a:cubicBezTo>
                <a:cubicBezTo>
                  <a:pt x="10029007" y="1558172"/>
                  <a:pt x="9258802" y="1317517"/>
                  <a:pt x="9220224" y="1231709"/>
                </a:cubicBezTo>
                <a:cubicBezTo>
                  <a:pt x="9208284" y="1205187"/>
                  <a:pt x="9167410" y="1177883"/>
                  <a:pt x="9133419" y="1170083"/>
                </a:cubicBezTo>
                <a:cubicBezTo>
                  <a:pt x="8974052" y="1133420"/>
                  <a:pt x="8835810" y="1051123"/>
                  <a:pt x="8672768" y="1020699"/>
                </a:cubicBezTo>
                <a:cubicBezTo>
                  <a:pt x="8518912" y="991837"/>
                  <a:pt x="8367350" y="953222"/>
                  <a:pt x="8198797" y="915000"/>
                </a:cubicBezTo>
                <a:cubicBezTo>
                  <a:pt x="8302134" y="819048"/>
                  <a:pt x="8485382" y="830361"/>
                  <a:pt x="8528095" y="691898"/>
                </a:cubicBezTo>
                <a:cubicBezTo>
                  <a:pt x="8361379" y="656013"/>
                  <a:pt x="8185937" y="696968"/>
                  <a:pt x="8025190" y="640021"/>
                </a:cubicBezTo>
                <a:cubicBezTo>
                  <a:pt x="8011411" y="634954"/>
                  <a:pt x="7992579" y="640021"/>
                  <a:pt x="7976047" y="641584"/>
                </a:cubicBezTo>
                <a:cubicBezTo>
                  <a:pt x="7644909" y="672005"/>
                  <a:pt x="7315149" y="645484"/>
                  <a:pt x="6988604" y="607260"/>
                </a:cubicBezTo>
                <a:cubicBezTo>
                  <a:pt x="6518305" y="552656"/>
                  <a:pt x="6046170" y="517941"/>
                  <a:pt x="5573116" y="493368"/>
                </a:cubicBezTo>
                <a:cubicBezTo>
                  <a:pt x="5182272" y="473086"/>
                  <a:pt x="4790511" y="464116"/>
                  <a:pt x="4401503" y="425112"/>
                </a:cubicBezTo>
                <a:cubicBezTo>
                  <a:pt x="3985401" y="383379"/>
                  <a:pt x="3569756" y="336184"/>
                  <a:pt x="3154109" y="292499"/>
                </a:cubicBezTo>
                <a:cubicBezTo>
                  <a:pt x="3135280" y="290549"/>
                  <a:pt x="3114499" y="284406"/>
                  <a:pt x="3094406" y="283966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146" name="Picture 2" descr="Network Topology Types - Networkwalks Academy">
            <a:extLst>
              <a:ext uri="{FF2B5EF4-FFF2-40B4-BE49-F238E27FC236}">
                <a16:creationId xmlns:a16="http://schemas.microsoft.com/office/drawing/2014/main" id="{BE53C2AE-5B0A-7BA8-D345-AD0046ED0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2747" y="1079930"/>
            <a:ext cx="5941253" cy="4393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2C0ADB82-6506-E382-0E09-52077B6776D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FD3642-79EE-F7C2-333E-B146D7053D3E}"/>
              </a:ext>
            </a:extLst>
          </p:cNvPr>
          <p:cNvSpPr txBox="1"/>
          <p:nvPr/>
        </p:nvSpPr>
        <p:spPr>
          <a:xfrm>
            <a:off x="8913911" y="807403"/>
            <a:ext cx="25891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TOPOLOGI</a:t>
            </a:r>
          </a:p>
          <a:p>
            <a:pPr algn="ctr"/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MESH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967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45618B-137C-4936-E047-6C9DB762C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0" name="Rectangle 4099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101" name="Freeform: Shape 4100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098" name="Picture 2" descr="Star-Ring hybrid topology">
            <a:extLst>
              <a:ext uri="{FF2B5EF4-FFF2-40B4-BE49-F238E27FC236}">
                <a16:creationId xmlns:a16="http://schemas.microsoft.com/office/drawing/2014/main" id="{C1C43671-5A94-A5E0-0707-46F39A6F02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7" t="1088" r="755" b="5932"/>
          <a:stretch>
            <a:fillRect/>
          </a:stretch>
        </p:blipFill>
        <p:spPr bwMode="auto">
          <a:xfrm>
            <a:off x="2576051" y="707922"/>
            <a:ext cx="8790039" cy="5506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DDCA8CAD-1C1A-A495-4907-5B03D5229A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B9B520-24D9-14AA-7614-51A321901C7B}"/>
              </a:ext>
            </a:extLst>
          </p:cNvPr>
          <p:cNvSpPr txBox="1"/>
          <p:nvPr/>
        </p:nvSpPr>
        <p:spPr>
          <a:xfrm>
            <a:off x="184175" y="364952"/>
            <a:ext cx="25891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TOPOLOGI</a:t>
            </a:r>
          </a:p>
          <a:p>
            <a:pPr algn="ctr"/>
            <a:r>
              <a:rPr lang="en-US" sz="4000" b="1" dirty="0">
                <a:solidFill>
                  <a:srgbClr val="FF0000"/>
                </a:solidFill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HYBRID</a:t>
            </a:r>
            <a:endParaRPr lang="en-ID" sz="4000" b="1" dirty="0">
              <a:solidFill>
                <a:srgbClr val="FF0000"/>
              </a:solidFill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F78D5-601F-A91B-8617-D93A8DB93AB3}"/>
              </a:ext>
            </a:extLst>
          </p:cNvPr>
          <p:cNvSpPr txBox="1"/>
          <p:nvPr/>
        </p:nvSpPr>
        <p:spPr>
          <a:xfrm>
            <a:off x="520520" y="1653233"/>
            <a:ext cx="18421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RING + STAR</a:t>
            </a:r>
            <a:endParaRPr lang="en-ID" sz="2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FF1EEA-3A3C-4B0C-E966-7E9BC123CC67}"/>
              </a:ext>
            </a:extLst>
          </p:cNvPr>
          <p:cNvSpPr txBox="1"/>
          <p:nvPr/>
        </p:nvSpPr>
        <p:spPr>
          <a:xfrm>
            <a:off x="254334" y="4696935"/>
            <a:ext cx="5163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 err="1">
                <a:latin typeface="Abadi Extra Light" panose="020B0204020104020204" pitchFamily="34" charset="0"/>
              </a:rPr>
              <a:t>Topologi</a:t>
            </a:r>
            <a:r>
              <a:rPr lang="en-ID" dirty="0">
                <a:latin typeface="Abadi Extra Light" panose="020B0204020104020204" pitchFamily="34" charset="0"/>
              </a:rPr>
              <a:t> </a:t>
            </a:r>
            <a:r>
              <a:rPr lang="en-ID" b="1" dirty="0">
                <a:latin typeface="Abadi Extra Light" panose="020B0204020104020204" pitchFamily="34" charset="0"/>
              </a:rPr>
              <a:t>hybrid</a:t>
            </a:r>
            <a:r>
              <a:rPr lang="en-ID" dirty="0">
                <a:latin typeface="Abadi Extra Light" panose="020B0204020104020204" pitchFamily="34" charset="0"/>
              </a:rPr>
              <a:t> =</a:t>
            </a:r>
            <a:r>
              <a:rPr lang="en-ID" sz="2000" dirty="0">
                <a:latin typeface="Abadi Extra Light" panose="020B0204020104020204" pitchFamily="34" charset="0"/>
              </a:rPr>
              <a:t> </a:t>
            </a:r>
            <a:r>
              <a:rPr lang="en-ID" sz="2000" dirty="0" err="1">
                <a:latin typeface="Abadi Extra Light" panose="020B0204020104020204" pitchFamily="34" charset="0"/>
              </a:rPr>
              <a:t>gabungan</a:t>
            </a:r>
            <a:r>
              <a:rPr lang="en-ID" sz="2000" dirty="0">
                <a:latin typeface="Abadi Extra Light" panose="020B0204020104020204" pitchFamily="34" charset="0"/>
              </a:rPr>
              <a:t> </a:t>
            </a:r>
            <a:r>
              <a:rPr lang="en-ID" sz="2000" dirty="0" err="1">
                <a:latin typeface="Abadi Extra Light" panose="020B0204020104020204" pitchFamily="34" charset="0"/>
              </a:rPr>
              <a:t>dari</a:t>
            </a:r>
            <a:r>
              <a:rPr lang="en-ID" sz="2000" dirty="0">
                <a:latin typeface="Abadi Extra Light" panose="020B0204020104020204" pitchFamily="34" charset="0"/>
              </a:rPr>
              <a:t> dua </a:t>
            </a:r>
            <a:r>
              <a:rPr lang="en-ID" sz="2000" dirty="0" err="1">
                <a:latin typeface="Abadi Extra Light" panose="020B0204020104020204" pitchFamily="34" charset="0"/>
              </a:rPr>
              <a:t>atau</a:t>
            </a:r>
            <a:r>
              <a:rPr lang="en-ID" sz="2000" dirty="0">
                <a:latin typeface="Abadi Extra Light" panose="020B0204020104020204" pitchFamily="34" charset="0"/>
              </a:rPr>
              <a:t> </a:t>
            </a:r>
            <a:r>
              <a:rPr lang="en-ID" sz="2000" dirty="0" err="1">
                <a:latin typeface="Abadi Extra Light" panose="020B0204020104020204" pitchFamily="34" charset="0"/>
              </a:rPr>
              <a:t>lebih</a:t>
            </a:r>
            <a:r>
              <a:rPr lang="en-ID" sz="2000" dirty="0">
                <a:latin typeface="Abadi Extra Light" panose="020B0204020104020204" pitchFamily="34" charset="0"/>
              </a:rPr>
              <a:t> </a:t>
            </a:r>
            <a:r>
              <a:rPr lang="en-ID" sz="2000" dirty="0" err="1">
                <a:latin typeface="Abadi Extra Light" panose="020B0204020104020204" pitchFamily="34" charset="0"/>
              </a:rPr>
              <a:t>topologi</a:t>
            </a:r>
            <a:r>
              <a:rPr lang="en-ID" sz="2000" dirty="0">
                <a:latin typeface="Abadi Extra Light" panose="020B0204020104020204" pitchFamily="34" charset="0"/>
              </a:rPr>
              <a:t> </a:t>
            </a:r>
            <a:r>
              <a:rPr lang="en-ID" sz="2000" dirty="0" err="1">
                <a:latin typeface="Abadi Extra Light" panose="020B0204020104020204" pitchFamily="34" charset="0"/>
              </a:rPr>
              <a:t>jaringan</a:t>
            </a:r>
            <a:r>
              <a:rPr lang="en-ID" sz="2000" dirty="0">
                <a:latin typeface="Abadi Extra Light" panose="020B0204020104020204" pitchFamily="34" charset="0"/>
              </a:rPr>
              <a:t> </a:t>
            </a:r>
            <a:r>
              <a:rPr lang="en-ID" sz="2000" dirty="0" err="1">
                <a:latin typeface="Abadi Extra Light" panose="020B0204020104020204" pitchFamily="34" charset="0"/>
              </a:rPr>
              <a:t>dasar</a:t>
            </a:r>
            <a:r>
              <a:rPr lang="en-ID" sz="2000" dirty="0">
                <a:latin typeface="Abadi Extra Light" panose="020B0204020104020204" pitchFamily="34" charset="0"/>
              </a:rPr>
              <a:t> </a:t>
            </a:r>
            <a:r>
              <a:rPr lang="en-ID" sz="2000" dirty="0" err="1">
                <a:latin typeface="Abadi Extra Light" panose="020B0204020104020204" pitchFamily="34" charset="0"/>
              </a:rPr>
              <a:t>seperti</a:t>
            </a:r>
            <a:r>
              <a:rPr lang="en-ID" sz="2000" dirty="0">
                <a:latin typeface="Abadi Extra Light" panose="020B0204020104020204" pitchFamily="34" charset="0"/>
              </a:rPr>
              <a:t> star, bus, mesh, </a:t>
            </a:r>
            <a:r>
              <a:rPr lang="en-ID" sz="2000" dirty="0" err="1">
                <a:latin typeface="Abadi Extra Light" panose="020B0204020104020204" pitchFamily="34" charset="0"/>
              </a:rPr>
              <a:t>atau</a:t>
            </a:r>
            <a:r>
              <a:rPr lang="en-ID" sz="2000" dirty="0">
                <a:latin typeface="Abadi Extra Light" panose="020B0204020104020204" pitchFamily="34" charset="0"/>
              </a:rPr>
              <a:t> ring</a:t>
            </a:r>
            <a:endParaRPr lang="en-ID" sz="2000" b="1" dirty="0">
              <a:latin typeface="Abadi Extra Light" panose="020B0204020104020204" pitchFamily="34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631C35-5E70-2006-31A9-A68F67AB27C1}"/>
              </a:ext>
            </a:extLst>
          </p:cNvPr>
          <p:cNvSpPr txBox="1"/>
          <p:nvPr/>
        </p:nvSpPr>
        <p:spPr>
          <a:xfrm>
            <a:off x="254334" y="5642246"/>
            <a:ext cx="5163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 err="1">
                <a:latin typeface="Abadi Extra Light" panose="020B0204020104020204" pitchFamily="34" charset="0"/>
              </a:rPr>
              <a:t>Tujuannya</a:t>
            </a:r>
            <a:r>
              <a:rPr lang="en-ID" dirty="0">
                <a:latin typeface="Abadi Extra Light" panose="020B0204020104020204" pitchFamily="34" charset="0"/>
              </a:rPr>
              <a:t> </a:t>
            </a:r>
            <a:r>
              <a:rPr lang="en-ID" dirty="0" err="1">
                <a:latin typeface="Abadi Extra Light" panose="020B0204020104020204" pitchFamily="34" charset="0"/>
              </a:rPr>
              <a:t>jaringan</a:t>
            </a:r>
            <a:r>
              <a:rPr lang="en-ID" dirty="0">
                <a:latin typeface="Abadi Extra Light" panose="020B0204020104020204" pitchFamily="34" charset="0"/>
              </a:rPr>
              <a:t> yang </a:t>
            </a:r>
            <a:r>
              <a:rPr lang="en-ID" dirty="0" err="1">
                <a:latin typeface="Abadi Extra Light" panose="020B0204020104020204" pitchFamily="34" charset="0"/>
              </a:rPr>
              <a:t>kompleks</a:t>
            </a:r>
            <a:r>
              <a:rPr lang="en-ID" dirty="0">
                <a:latin typeface="Abadi Extra Light" panose="020B0204020104020204" pitchFamily="34" charset="0"/>
              </a:rPr>
              <a:t>, </a:t>
            </a:r>
            <a:r>
              <a:rPr lang="en-ID" dirty="0" err="1">
                <a:latin typeface="Abadi Extra Light" panose="020B0204020104020204" pitchFamily="34" charset="0"/>
              </a:rPr>
              <a:t>sehingga</a:t>
            </a:r>
            <a:r>
              <a:rPr lang="en-ID" dirty="0">
                <a:latin typeface="Abadi Extra Light" panose="020B0204020104020204" pitchFamily="34" charset="0"/>
              </a:rPr>
              <a:t> </a:t>
            </a:r>
            <a:r>
              <a:rPr lang="en-ID" dirty="0" err="1">
                <a:latin typeface="Abadi Extra Light" panose="020B0204020104020204" pitchFamily="34" charset="0"/>
              </a:rPr>
              <a:t>lebih</a:t>
            </a:r>
            <a:r>
              <a:rPr lang="en-ID" dirty="0">
                <a:latin typeface="Abadi Extra Light" panose="020B0204020104020204" pitchFamily="34" charset="0"/>
              </a:rPr>
              <a:t> </a:t>
            </a:r>
            <a:r>
              <a:rPr lang="en-ID" dirty="0" err="1">
                <a:latin typeface="Abadi Extra Light" panose="020B0204020104020204" pitchFamily="34" charset="0"/>
              </a:rPr>
              <a:t>fleksibel</a:t>
            </a:r>
            <a:r>
              <a:rPr lang="en-ID" dirty="0">
                <a:latin typeface="Abadi Extra Light" panose="020B0204020104020204" pitchFamily="34" charset="0"/>
              </a:rPr>
              <a:t>, </a:t>
            </a:r>
            <a:r>
              <a:rPr lang="en-ID" dirty="0" err="1">
                <a:latin typeface="Abadi Extra Light" panose="020B0204020104020204" pitchFamily="34" charset="0"/>
              </a:rPr>
              <a:t>andal</a:t>
            </a:r>
            <a:r>
              <a:rPr lang="en-ID" dirty="0">
                <a:latin typeface="Abadi Extra Light" panose="020B0204020104020204" pitchFamily="34" charset="0"/>
              </a:rPr>
              <a:t>, dan </a:t>
            </a:r>
            <a:r>
              <a:rPr lang="en-ID" dirty="0" err="1">
                <a:latin typeface="Abadi Extra Light" panose="020B0204020104020204" pitchFamily="34" charset="0"/>
              </a:rPr>
              <a:t>mudah</a:t>
            </a:r>
            <a:r>
              <a:rPr lang="en-ID" dirty="0">
                <a:latin typeface="Abadi Extra Light" panose="020B0204020104020204" pitchFamily="34" charset="0"/>
              </a:rPr>
              <a:t> </a:t>
            </a:r>
            <a:r>
              <a:rPr lang="en-ID" dirty="0" err="1">
                <a:latin typeface="Abadi Extra Light" panose="020B0204020104020204" pitchFamily="34" charset="0"/>
              </a:rPr>
              <a:t>dikembangkan</a:t>
            </a:r>
            <a:endParaRPr lang="en-ID" sz="2000" dirty="0">
              <a:latin typeface="Abadi Extra Light" panose="020B0204020104020204" pitchFamily="34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3256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00F5DB-236C-437E-F375-B9E4F7732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074" name="Picture 2" descr="Apa itu Topologi Hibrida?">
            <a:extLst>
              <a:ext uri="{FF2B5EF4-FFF2-40B4-BE49-F238E27FC236}">
                <a16:creationId xmlns:a16="http://schemas.microsoft.com/office/drawing/2014/main" id="{D71D4D9A-F622-641C-BE7E-C01AA9BFD9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" t="845" r="470" b="5651"/>
          <a:stretch>
            <a:fillRect/>
          </a:stretch>
        </p:blipFill>
        <p:spPr bwMode="auto">
          <a:xfrm>
            <a:off x="2773345" y="693336"/>
            <a:ext cx="8380325" cy="5521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F7257599-8142-FCA3-77DD-BDFD278D370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A72E13-738B-6C68-EE6E-586752FBC624}"/>
              </a:ext>
            </a:extLst>
          </p:cNvPr>
          <p:cNvSpPr txBox="1"/>
          <p:nvPr/>
        </p:nvSpPr>
        <p:spPr>
          <a:xfrm>
            <a:off x="184175" y="364952"/>
            <a:ext cx="258917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TOPOLOGI</a:t>
            </a:r>
          </a:p>
          <a:p>
            <a:pPr algn="ctr"/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TREE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4EF1F1-051F-076F-C527-F7235A9457B8}"/>
              </a:ext>
            </a:extLst>
          </p:cNvPr>
          <p:cNvSpPr txBox="1"/>
          <p:nvPr/>
        </p:nvSpPr>
        <p:spPr>
          <a:xfrm>
            <a:off x="482333" y="1953862"/>
            <a:ext cx="1992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(BUS + STAR)</a:t>
            </a:r>
            <a:endParaRPr lang="en-ID" sz="2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150441-80AA-CE61-F746-B77C1C2B300A}"/>
              </a:ext>
            </a:extLst>
          </p:cNvPr>
          <p:cNvSpPr txBox="1"/>
          <p:nvPr/>
        </p:nvSpPr>
        <p:spPr>
          <a:xfrm>
            <a:off x="954043" y="1553752"/>
            <a:ext cx="1088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HYBRID</a:t>
            </a:r>
            <a:endParaRPr lang="en-ID" sz="2000" b="1" dirty="0">
              <a:solidFill>
                <a:srgbClr val="FF0000"/>
              </a:solidFill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056ADC-D510-9B92-85F4-B1FEA9EDC000}"/>
              </a:ext>
            </a:extLst>
          </p:cNvPr>
          <p:cNvSpPr txBox="1"/>
          <p:nvPr/>
        </p:nvSpPr>
        <p:spPr>
          <a:xfrm>
            <a:off x="184175" y="3796143"/>
            <a:ext cx="5163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b="1" dirty="0" err="1">
                <a:latin typeface="Abadi Extra Light" panose="020B0204020104020204" pitchFamily="34" charset="0"/>
              </a:rPr>
              <a:t>Topologi</a:t>
            </a:r>
            <a:r>
              <a:rPr lang="en-ID" dirty="0">
                <a:latin typeface="Abadi Extra Light" panose="020B0204020104020204" pitchFamily="34" charset="0"/>
              </a:rPr>
              <a:t> </a:t>
            </a:r>
            <a:r>
              <a:rPr lang="en-ID" b="1" dirty="0">
                <a:latin typeface="Abadi Extra Light" panose="020B0204020104020204" pitchFamily="34" charset="0"/>
              </a:rPr>
              <a:t>Tree</a:t>
            </a:r>
            <a:r>
              <a:rPr lang="en-ID" dirty="0">
                <a:latin typeface="Abadi Extra Light" panose="020B0204020104020204" pitchFamily="34" charset="0"/>
              </a:rPr>
              <a:t> =</a:t>
            </a:r>
            <a:r>
              <a:rPr lang="en-ID" sz="2000" dirty="0">
                <a:latin typeface="Abadi Extra Light" panose="020B0204020104020204" pitchFamily="34" charset="0"/>
              </a:rPr>
              <a:t> </a:t>
            </a:r>
            <a:r>
              <a:rPr lang="en-ID" sz="2000" dirty="0" err="1">
                <a:latin typeface="Abadi Extra Light" panose="020B0204020104020204" pitchFamily="34" charset="0"/>
              </a:rPr>
              <a:t>gabungan</a:t>
            </a:r>
            <a:r>
              <a:rPr lang="en-ID" sz="2000" dirty="0">
                <a:latin typeface="Abadi Extra Light" panose="020B0204020104020204" pitchFamily="34" charset="0"/>
              </a:rPr>
              <a:t> </a:t>
            </a:r>
            <a:r>
              <a:rPr lang="en-ID" sz="2000" dirty="0" err="1">
                <a:latin typeface="Abadi Extra Light" panose="020B0204020104020204" pitchFamily="34" charset="0"/>
              </a:rPr>
              <a:t>dari</a:t>
            </a:r>
            <a:r>
              <a:rPr lang="en-ID" sz="2000" dirty="0">
                <a:latin typeface="Abadi Extra Light" panose="020B0204020104020204" pitchFamily="34" charset="0"/>
              </a:rPr>
              <a:t> dua </a:t>
            </a:r>
            <a:r>
              <a:rPr lang="en-ID" sz="2000" dirty="0" err="1">
                <a:latin typeface="Abadi Extra Light" panose="020B0204020104020204" pitchFamily="34" charset="0"/>
              </a:rPr>
              <a:t>topologi</a:t>
            </a:r>
            <a:r>
              <a:rPr lang="en-ID" sz="2000" dirty="0">
                <a:latin typeface="Abadi Extra Light" panose="020B0204020104020204" pitchFamily="34" charset="0"/>
              </a:rPr>
              <a:t> </a:t>
            </a:r>
            <a:r>
              <a:rPr lang="en-ID" sz="2000" dirty="0" err="1">
                <a:latin typeface="Abadi Extra Light" panose="020B0204020104020204" pitchFamily="34" charset="0"/>
              </a:rPr>
              <a:t>jaringan</a:t>
            </a:r>
            <a:r>
              <a:rPr lang="en-ID" sz="2000" dirty="0">
                <a:latin typeface="Abadi Extra Light" panose="020B0204020104020204" pitchFamily="34" charset="0"/>
              </a:rPr>
              <a:t> </a:t>
            </a:r>
            <a:r>
              <a:rPr lang="en-ID" sz="2000" dirty="0" err="1">
                <a:latin typeface="Abadi Extra Light" panose="020B0204020104020204" pitchFamily="34" charset="0"/>
              </a:rPr>
              <a:t>dasar</a:t>
            </a:r>
            <a:r>
              <a:rPr lang="en-ID" sz="2000" dirty="0">
                <a:latin typeface="Abadi Extra Light" panose="020B0204020104020204" pitchFamily="34" charset="0"/>
              </a:rPr>
              <a:t> star dan bus</a:t>
            </a:r>
            <a:endParaRPr lang="en-ID" sz="2000" b="1" dirty="0">
              <a:latin typeface="Abadi Extra Light" panose="020B0204020104020204" pitchFamily="34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4197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E9687-737B-3878-A2C1-30CB4059C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BAED80B4-AC2D-FAEE-184B-823802380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206E6403-9662-F9A9-4348-CE30BF409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5F9005B0-7448-4621-FE38-E9E261E86C6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A7367-3612-C87F-931A-7C2A830A8F02}"/>
              </a:ext>
            </a:extLst>
          </p:cNvPr>
          <p:cNvSpPr txBox="1"/>
          <p:nvPr/>
        </p:nvSpPr>
        <p:spPr>
          <a:xfrm>
            <a:off x="528904" y="415516"/>
            <a:ext cx="89017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Installation &amp; Configuration </a:t>
            </a:r>
          </a:p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Cisco Packet Tracer 8.2.2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2BCA9F-E5B2-005A-12EA-FF57C37150C9}"/>
              </a:ext>
            </a:extLst>
          </p:cNvPr>
          <p:cNvSpPr txBox="1"/>
          <p:nvPr/>
        </p:nvSpPr>
        <p:spPr>
          <a:xfrm>
            <a:off x="528904" y="2154471"/>
            <a:ext cx="108622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Link Download Cisco Packet Tracer 8.2.2</a:t>
            </a:r>
            <a:br>
              <a:rPr lang="en-ID" dirty="0"/>
            </a:br>
            <a:r>
              <a:rPr lang="en-ID" dirty="0">
                <a:hlinkClick r:id="rId2"/>
              </a:rPr>
              <a:t>https://drive.google.com/file/d/1epIIIgHpJACdhIrLH1le8gQgiORorStp/view?usp=sharing</a:t>
            </a:r>
            <a:endParaRPr lang="en-ID" dirty="0"/>
          </a:p>
          <a:p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2362E-8F3D-C730-9ACB-7C0440D7B4DB}"/>
              </a:ext>
            </a:extLst>
          </p:cNvPr>
          <p:cNvSpPr txBox="1"/>
          <p:nvPr/>
        </p:nvSpPr>
        <p:spPr>
          <a:xfrm>
            <a:off x="528904" y="2967335"/>
            <a:ext cx="108622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</a:t>
            </a:r>
            <a:r>
              <a:rPr lang="en-ID" dirty="0" err="1"/>
              <a:t>nstall</a:t>
            </a:r>
            <a:r>
              <a:rPr lang="en-ID" dirty="0"/>
              <a:t> Cisco Packet Tracer </a:t>
            </a:r>
            <a:r>
              <a:rPr lang="en-ID" dirty="0" err="1"/>
              <a:t>Sampai</a:t>
            </a:r>
            <a:r>
              <a:rPr lang="en-ID" dirty="0"/>
              <a:t> </a:t>
            </a:r>
            <a:r>
              <a:rPr lang="en-ID" dirty="0" err="1"/>
              <a:t>Selesai</a:t>
            </a:r>
            <a:endParaRPr lang="en-ID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Jalankan</a:t>
            </a:r>
            <a:r>
              <a:rPr lang="en-ID" dirty="0"/>
              <a:t> Cisco Packet Tracer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Lakukan</a:t>
            </a:r>
            <a:r>
              <a:rPr lang="en-ID" dirty="0"/>
              <a:t> Register / Login(Jika </a:t>
            </a:r>
            <a:r>
              <a:rPr lang="en-ID" dirty="0" err="1"/>
              <a:t>sudah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akun</a:t>
            </a:r>
            <a:r>
              <a:rPr lang="en-ID" dirty="0"/>
              <a:t>).</a:t>
            </a:r>
            <a:br>
              <a:rPr lang="en-ID" dirty="0"/>
            </a:br>
            <a:r>
              <a:rPr lang="en-ID" i="1" dirty="0"/>
              <a:t>Jika </a:t>
            </a:r>
            <a:r>
              <a:rPr lang="en-ID" i="1" dirty="0" err="1"/>
              <a:t>tidak</a:t>
            </a:r>
            <a:r>
              <a:rPr lang="en-ID" i="1" dirty="0"/>
              <a:t> </a:t>
            </a:r>
            <a:r>
              <a:rPr lang="en-ID" i="1" dirty="0" err="1"/>
              <a:t>ingin</a:t>
            </a:r>
            <a:r>
              <a:rPr lang="en-ID" i="1" dirty="0"/>
              <a:t> login/</a:t>
            </a:r>
            <a:r>
              <a:rPr lang="en-ID" i="1" dirty="0" err="1"/>
              <a:t>resgiter</a:t>
            </a:r>
            <a:r>
              <a:rPr lang="en-ID" i="1" dirty="0"/>
              <a:t> </a:t>
            </a:r>
            <a:r>
              <a:rPr lang="en-ID" i="1" dirty="0" err="1"/>
              <a:t>matikan</a:t>
            </a:r>
            <a:r>
              <a:rPr lang="en-ID" i="1" dirty="0"/>
              <a:t> </a:t>
            </a:r>
            <a:r>
              <a:rPr lang="en-ID" i="1" dirty="0" err="1"/>
              <a:t>jaringan</a:t>
            </a:r>
            <a:r>
              <a:rPr lang="en-ID" i="1" dirty="0"/>
              <a:t> internet</a:t>
            </a:r>
            <a:br>
              <a:rPr lang="en-ID" i="1" dirty="0"/>
            </a:br>
            <a:r>
              <a:rPr lang="en-ID" i="1" dirty="0"/>
              <a:t>dan </a:t>
            </a:r>
            <a:r>
              <a:rPr lang="en-ID" i="1" dirty="0" err="1"/>
              <a:t>tunggu</a:t>
            </a:r>
            <a:r>
              <a:rPr lang="en-ID" i="1" dirty="0"/>
              <a:t> </a:t>
            </a:r>
            <a:r>
              <a:rPr lang="en-ID" i="1" dirty="0" err="1"/>
              <a:t>sampai</a:t>
            </a:r>
            <a:r>
              <a:rPr lang="en-ID" i="1" dirty="0"/>
              <a:t> </a:t>
            </a:r>
            <a:r>
              <a:rPr lang="en-ID" i="1" dirty="0" err="1"/>
              <a:t>masuk</a:t>
            </a:r>
            <a:r>
              <a:rPr lang="en-ID" i="1" dirty="0"/>
              <a:t> </a:t>
            </a:r>
            <a:r>
              <a:rPr lang="en-ID" i="1" dirty="0" err="1"/>
              <a:t>ke</a:t>
            </a:r>
            <a:r>
              <a:rPr lang="en-ID" i="1" dirty="0"/>
              <a:t> </a:t>
            </a:r>
            <a:r>
              <a:rPr lang="en-ID" i="1" dirty="0" err="1"/>
              <a:t>halaman</a:t>
            </a:r>
            <a:r>
              <a:rPr lang="en-ID" i="1" dirty="0"/>
              <a:t> </a:t>
            </a:r>
            <a:r>
              <a:rPr lang="en-ID" i="1" dirty="0" err="1"/>
              <a:t>utama</a:t>
            </a:r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B2460E-CD1E-4C9C-F9E7-E0D7B7E33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2830" y="3813436"/>
            <a:ext cx="5369169" cy="283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1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7348F-9608-3681-E0D1-D6EB3283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2223FFFD-FFC6-9734-431C-41D6DAEA1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58983746-2C2D-5D2D-FDEA-0CE7FD321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BB3D7EE3-BE57-FF23-D198-42F3CC84D2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67FF6-A85E-E685-4E4E-1F991E8680BA}"/>
              </a:ext>
            </a:extLst>
          </p:cNvPr>
          <p:cNvSpPr txBox="1"/>
          <p:nvPr/>
        </p:nvSpPr>
        <p:spPr>
          <a:xfrm>
            <a:off x="528904" y="415516"/>
            <a:ext cx="890179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Installation &amp; Configuration </a:t>
            </a:r>
          </a:p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Cisco Packet Tracer 8.2.2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02CA59-9D99-D576-1556-C2D444FC4E45}"/>
              </a:ext>
            </a:extLst>
          </p:cNvPr>
          <p:cNvSpPr txBox="1"/>
          <p:nvPr/>
        </p:nvSpPr>
        <p:spPr>
          <a:xfrm>
            <a:off x="528904" y="1799272"/>
            <a:ext cx="10862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Pilih Menu </a:t>
            </a:r>
            <a:r>
              <a:rPr lang="en-US" b="1" dirty="0"/>
              <a:t>Options</a:t>
            </a:r>
            <a:r>
              <a:rPr lang="en-US" dirty="0"/>
              <a:t> -&gt; </a:t>
            </a:r>
            <a:r>
              <a:rPr lang="en-US" b="1" dirty="0"/>
              <a:t>Preferences</a:t>
            </a:r>
            <a:r>
              <a:rPr lang="en-US" dirty="0"/>
              <a:t> </a:t>
            </a:r>
            <a:r>
              <a:rPr lang="en-US" i="1" dirty="0"/>
              <a:t>(atau dapat menggunakan shortcut </a:t>
            </a:r>
            <a:r>
              <a:rPr lang="en-US" i="1" dirty="0" err="1"/>
              <a:t>ctrl+R</a:t>
            </a:r>
            <a:r>
              <a:rPr lang="en-US" i="1" dirty="0"/>
              <a:t>)</a:t>
            </a:r>
            <a:endParaRPr lang="en-ID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A55C31-BE3D-4FC9-2A0F-E5E9A8E0A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297" y="2201424"/>
            <a:ext cx="2838846" cy="1257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29C91A-3469-71ED-B1C8-62C08D013906}"/>
              </a:ext>
            </a:extLst>
          </p:cNvPr>
          <p:cNvSpPr txBox="1"/>
          <p:nvPr/>
        </p:nvSpPr>
        <p:spPr>
          <a:xfrm>
            <a:off x="528904" y="3622238"/>
            <a:ext cx="10862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Samakan </a:t>
            </a:r>
            <a:r>
              <a:rPr lang="en-US" dirty="0" err="1"/>
              <a:t>pengaturan</a:t>
            </a:r>
            <a:r>
              <a:rPr lang="en-US" dirty="0"/>
              <a:t> seperti pada </a:t>
            </a:r>
            <a:r>
              <a:rPr lang="en-US" dirty="0" err="1"/>
              <a:t>gambar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3C6593-63E3-3BEF-5BC0-25364A77A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97" y="4032408"/>
            <a:ext cx="7659850" cy="263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08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DC0DE2-A504-8794-A5D9-D47925F22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F90547FA-744B-1F49-9D49-32A259A3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59BBB2C9-5ABE-2534-3861-8CFFFC743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CC45D51F-647E-7355-9BF8-2B9DEF8E90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247872-E08B-C6B4-51B5-9B069748E70E}"/>
              </a:ext>
            </a:extLst>
          </p:cNvPr>
          <p:cNvSpPr txBox="1"/>
          <p:nvPr/>
        </p:nvSpPr>
        <p:spPr>
          <a:xfrm>
            <a:off x="512466" y="1246613"/>
            <a:ext cx="10862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Klik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b="1" dirty="0"/>
              <a:t>End Device </a:t>
            </a:r>
            <a:r>
              <a:rPr lang="en-US" dirty="0"/>
              <a:t>yang ingin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konfigurasi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Klik</a:t>
            </a:r>
            <a:r>
              <a:rPr lang="en-ID" dirty="0"/>
              <a:t> </a:t>
            </a:r>
            <a:r>
              <a:rPr lang="en-ID" b="1" dirty="0"/>
              <a:t>Desktop</a:t>
            </a:r>
            <a:r>
              <a:rPr lang="en-ID" dirty="0"/>
              <a:t> pada bar </a:t>
            </a:r>
            <a:r>
              <a:rPr lang="en-ID" dirty="0" err="1"/>
              <a:t>atas</a:t>
            </a:r>
            <a:r>
              <a:rPr lang="en-ID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6AD305-E16F-37B6-887E-B3DA820A6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31" y="1885408"/>
            <a:ext cx="3772426" cy="3143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6E7D171-DE0F-E6A1-6283-19AA4CF2FAE0}"/>
              </a:ext>
            </a:extLst>
          </p:cNvPr>
          <p:cNvSpPr txBox="1"/>
          <p:nvPr/>
        </p:nvSpPr>
        <p:spPr>
          <a:xfrm>
            <a:off x="512466" y="2261606"/>
            <a:ext cx="10862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Klik </a:t>
            </a:r>
            <a:r>
              <a:rPr lang="en-US" b="1" dirty="0"/>
              <a:t>Ip Configuration</a:t>
            </a:r>
            <a:endParaRPr lang="en-ID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82F73B-ABFB-E481-B4F2-12237F832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30" y="2692767"/>
            <a:ext cx="1089673" cy="14010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570244F-324E-C7C4-57F0-4471E8200E23}"/>
              </a:ext>
            </a:extLst>
          </p:cNvPr>
          <p:cNvSpPr txBox="1"/>
          <p:nvPr/>
        </p:nvSpPr>
        <p:spPr>
          <a:xfrm>
            <a:off x="443150" y="377755"/>
            <a:ext cx="73997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End Device Configuration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995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D0CC64-C88A-64BF-F8CF-684AD6555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BDEB57C0-0AB1-C0AD-DB94-34FE73041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9488F86B-D38A-5A23-71FF-9E104E0AD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125E350B-FBC4-FAAD-4D15-050DB6C80A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AFC42F-16A9-C106-4C00-3A0A0AFEB66E}"/>
              </a:ext>
            </a:extLst>
          </p:cNvPr>
          <p:cNvSpPr txBox="1"/>
          <p:nvPr/>
        </p:nvSpPr>
        <p:spPr>
          <a:xfrm>
            <a:off x="443150" y="377755"/>
            <a:ext cx="74013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End Device Configuration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46577A-E219-FE06-6A5C-88AC27BCC9D6}"/>
              </a:ext>
            </a:extLst>
          </p:cNvPr>
          <p:cNvSpPr txBox="1"/>
          <p:nvPr/>
        </p:nvSpPr>
        <p:spPr>
          <a:xfrm>
            <a:off x="6541476" y="1246613"/>
            <a:ext cx="53758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IPv4 Address : </a:t>
            </a:r>
            <a:r>
              <a:rPr lang="en-US" dirty="0" err="1"/>
              <a:t>berisikan</a:t>
            </a:r>
            <a:r>
              <a:rPr lang="en-US" dirty="0"/>
              <a:t> Alamat IP </a:t>
            </a:r>
            <a:r>
              <a:rPr lang="en-US" dirty="0" err="1"/>
              <a:t>untuk</a:t>
            </a:r>
            <a:r>
              <a:rPr lang="en-US" dirty="0"/>
              <a:t> end device tersebut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Subnet Mask : </a:t>
            </a:r>
            <a:r>
              <a:rPr lang="en-US" dirty="0" err="1"/>
              <a:t>berisikan</a:t>
            </a:r>
            <a:r>
              <a:rPr lang="en-US" dirty="0"/>
              <a:t> Subnet Mask </a:t>
            </a:r>
            <a:r>
              <a:rPr lang="en-US" dirty="0" err="1"/>
              <a:t>untuk</a:t>
            </a:r>
            <a:r>
              <a:rPr lang="en-US" dirty="0"/>
              <a:t> end device tersebut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Default Gateway: </a:t>
            </a:r>
            <a:r>
              <a:rPr lang="en-US" dirty="0" err="1"/>
              <a:t>berisikan</a:t>
            </a:r>
            <a:r>
              <a:rPr lang="en-US" dirty="0"/>
              <a:t> IP Port </a:t>
            </a:r>
            <a:r>
              <a:rPr lang="en-US" dirty="0" err="1"/>
              <a:t>dari</a:t>
            </a:r>
            <a:r>
              <a:rPr lang="en-US" dirty="0"/>
              <a:t> Router yang </a:t>
            </a:r>
            <a:r>
              <a:rPr lang="en-US" dirty="0" err="1"/>
              <a:t>terhubung</a:t>
            </a:r>
            <a:r>
              <a:rPr lang="en-US" dirty="0"/>
              <a:t> dengan end device</a:t>
            </a:r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28116C-031F-48F2-976C-6DC508AD5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50" y="1273072"/>
            <a:ext cx="5889283" cy="461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157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3CF64-E974-1D88-AC1F-D93F8F3A1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37A33CDA-8C77-F263-5150-F2F391815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BE2FF258-11D5-9BE7-1C71-2F26CF24C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F3D0C75E-1480-0EC4-53DD-2A4C9F34FA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F047D6-136E-4599-837F-CFDCCD2EC9C5}"/>
              </a:ext>
            </a:extLst>
          </p:cNvPr>
          <p:cNvSpPr txBox="1"/>
          <p:nvPr/>
        </p:nvSpPr>
        <p:spPr>
          <a:xfrm>
            <a:off x="6541476" y="1246613"/>
            <a:ext cx="53758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IPv4 Address : </a:t>
            </a:r>
            <a:r>
              <a:rPr lang="en-US" dirty="0" err="1"/>
              <a:t>berisikan</a:t>
            </a:r>
            <a:r>
              <a:rPr lang="en-US" dirty="0"/>
              <a:t> Alamat IP </a:t>
            </a:r>
            <a:r>
              <a:rPr lang="en-US" dirty="0" err="1"/>
              <a:t>untuk</a:t>
            </a:r>
            <a:r>
              <a:rPr lang="en-US" dirty="0"/>
              <a:t> end device tersebut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Subnet Mask : </a:t>
            </a:r>
            <a:r>
              <a:rPr lang="en-US" dirty="0" err="1"/>
              <a:t>berisikan</a:t>
            </a:r>
            <a:r>
              <a:rPr lang="en-US" dirty="0"/>
              <a:t> Subnet Mask </a:t>
            </a:r>
            <a:r>
              <a:rPr lang="en-US" dirty="0" err="1"/>
              <a:t>untuk</a:t>
            </a:r>
            <a:r>
              <a:rPr lang="en-US" dirty="0"/>
              <a:t> end device tersebut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Default Gateway: </a:t>
            </a:r>
            <a:r>
              <a:rPr lang="en-US" dirty="0" err="1"/>
              <a:t>berisikan</a:t>
            </a:r>
            <a:r>
              <a:rPr lang="en-US" dirty="0"/>
              <a:t> IP Port </a:t>
            </a:r>
            <a:r>
              <a:rPr lang="en-US" dirty="0" err="1"/>
              <a:t>dari</a:t>
            </a:r>
            <a:r>
              <a:rPr lang="en-US" dirty="0"/>
              <a:t> Router yang </a:t>
            </a:r>
            <a:r>
              <a:rPr lang="en-US" dirty="0" err="1"/>
              <a:t>terhubung</a:t>
            </a:r>
            <a:r>
              <a:rPr lang="en-US" dirty="0"/>
              <a:t> dengan end device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44CB0E-07E1-DC66-E811-4DFB003AC470}"/>
              </a:ext>
            </a:extLst>
          </p:cNvPr>
          <p:cNvSpPr txBox="1"/>
          <p:nvPr/>
        </p:nvSpPr>
        <p:spPr>
          <a:xfrm>
            <a:off x="443150" y="377755"/>
            <a:ext cx="61975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Switch Configuration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E361E4-8F11-B250-301B-BD2BA083A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ACCB6AF-1A1A-DB27-D947-422EA91EF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6CA8F808-33C9-CB21-EA64-8B03FEA901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EEC7D9-9E23-F5F2-03B2-7B1DC8B954DA}"/>
              </a:ext>
            </a:extLst>
          </p:cNvPr>
          <p:cNvSpPr txBox="1"/>
          <p:nvPr/>
        </p:nvSpPr>
        <p:spPr>
          <a:xfrm>
            <a:off x="512466" y="1246613"/>
            <a:ext cx="10862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Klik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b="1" dirty="0"/>
              <a:t>Switch </a:t>
            </a:r>
            <a:r>
              <a:rPr lang="en-US" dirty="0"/>
              <a:t>yang ingin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konfigurasi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Klik</a:t>
            </a:r>
            <a:r>
              <a:rPr lang="en-ID" dirty="0"/>
              <a:t> </a:t>
            </a:r>
            <a:r>
              <a:rPr lang="en-ID" b="1" dirty="0"/>
              <a:t>CLI</a:t>
            </a:r>
            <a:r>
              <a:rPr lang="en-ID" dirty="0"/>
              <a:t> pada bar </a:t>
            </a:r>
            <a:r>
              <a:rPr lang="en-ID" dirty="0" err="1"/>
              <a:t>atas</a:t>
            </a:r>
            <a:r>
              <a:rPr lang="en-ID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D6C7FB-F0DE-CA4E-B85D-46085EBEA69D}"/>
              </a:ext>
            </a:extLst>
          </p:cNvPr>
          <p:cNvSpPr txBox="1"/>
          <p:nvPr/>
        </p:nvSpPr>
        <p:spPr>
          <a:xfrm>
            <a:off x="512466" y="2261606"/>
            <a:ext cx="10862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Tekan </a:t>
            </a:r>
            <a:r>
              <a:rPr lang="en-US" b="1" dirty="0"/>
              <a:t>Enter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mulai </a:t>
            </a:r>
            <a:r>
              <a:rPr lang="en-US" dirty="0" err="1"/>
              <a:t>memasukkan</a:t>
            </a:r>
            <a:r>
              <a:rPr lang="en-US" dirty="0"/>
              <a:t> </a:t>
            </a:r>
            <a:r>
              <a:rPr lang="en-US" dirty="0" err="1"/>
              <a:t>perintah</a:t>
            </a:r>
            <a:endParaRPr lang="en-ID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675801-2B80-4215-3CF8-6E0249395863}"/>
              </a:ext>
            </a:extLst>
          </p:cNvPr>
          <p:cNvSpPr txBox="1"/>
          <p:nvPr/>
        </p:nvSpPr>
        <p:spPr>
          <a:xfrm>
            <a:off x="443150" y="377755"/>
            <a:ext cx="61959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Switch Configuration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71D922C-D94A-AC99-5D7A-6BA35051A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30" y="1891605"/>
            <a:ext cx="2333951" cy="35247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134DDD5-1B22-4DEA-CDC7-18ABE843C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90" y="2665671"/>
            <a:ext cx="3793476" cy="388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269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732105-3C2B-7E64-9016-24EC4C9E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D1009D3F-11FB-B991-334F-585570167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D6001259-9A93-17CD-9257-BA219CB68F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7EF2AFF1-0956-393A-B91E-C3473A59AD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F525AE-4168-057F-402D-4ED451906161}"/>
              </a:ext>
            </a:extLst>
          </p:cNvPr>
          <p:cNvSpPr txBox="1"/>
          <p:nvPr/>
        </p:nvSpPr>
        <p:spPr>
          <a:xfrm>
            <a:off x="6541476" y="1246613"/>
            <a:ext cx="53758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IPv4 Address : </a:t>
            </a:r>
            <a:r>
              <a:rPr lang="en-US" dirty="0" err="1"/>
              <a:t>berisikan</a:t>
            </a:r>
            <a:r>
              <a:rPr lang="en-US" dirty="0"/>
              <a:t> Alamat IP </a:t>
            </a:r>
            <a:r>
              <a:rPr lang="en-US" dirty="0" err="1"/>
              <a:t>untuk</a:t>
            </a:r>
            <a:r>
              <a:rPr lang="en-US" dirty="0"/>
              <a:t> end device tersebut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Subnet Mask : </a:t>
            </a:r>
            <a:r>
              <a:rPr lang="en-US" dirty="0" err="1"/>
              <a:t>berisikan</a:t>
            </a:r>
            <a:r>
              <a:rPr lang="en-US" dirty="0"/>
              <a:t> Subnet Mask </a:t>
            </a:r>
            <a:r>
              <a:rPr lang="en-US" dirty="0" err="1"/>
              <a:t>untuk</a:t>
            </a:r>
            <a:r>
              <a:rPr lang="en-US" dirty="0"/>
              <a:t> end device tersebut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Default Gateway: </a:t>
            </a:r>
            <a:r>
              <a:rPr lang="en-US" dirty="0" err="1"/>
              <a:t>berisikan</a:t>
            </a:r>
            <a:r>
              <a:rPr lang="en-US" dirty="0"/>
              <a:t> IP Port </a:t>
            </a:r>
            <a:r>
              <a:rPr lang="en-US" dirty="0" err="1"/>
              <a:t>dari</a:t>
            </a:r>
            <a:r>
              <a:rPr lang="en-US" dirty="0"/>
              <a:t> Router yang </a:t>
            </a:r>
            <a:r>
              <a:rPr lang="en-US" dirty="0" err="1"/>
              <a:t>terhubung</a:t>
            </a:r>
            <a:r>
              <a:rPr lang="en-US" dirty="0"/>
              <a:t> dengan end device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22254-DA30-A3A7-D14C-6BFA40B65B40}"/>
              </a:ext>
            </a:extLst>
          </p:cNvPr>
          <p:cNvSpPr txBox="1"/>
          <p:nvPr/>
        </p:nvSpPr>
        <p:spPr>
          <a:xfrm>
            <a:off x="443150" y="377755"/>
            <a:ext cx="61975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Switch Configuration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9853809-117A-5CC3-22D6-B9C7A2AAB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6493CDB-DF3D-43AA-0A8A-994D69E4F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AD653EE6-FFDF-E1B6-CBBB-B2CE868383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297693-BF0E-E143-E6C6-C9212DD06691}"/>
              </a:ext>
            </a:extLst>
          </p:cNvPr>
          <p:cNvSpPr txBox="1"/>
          <p:nvPr/>
        </p:nvSpPr>
        <p:spPr>
          <a:xfrm>
            <a:off x="512466" y="1246613"/>
            <a:ext cx="108622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Klik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b="1" dirty="0"/>
              <a:t>Router </a:t>
            </a:r>
            <a:r>
              <a:rPr lang="en-US" dirty="0"/>
              <a:t>yang ingin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konfigurasi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Klik</a:t>
            </a:r>
            <a:r>
              <a:rPr lang="en-ID" dirty="0"/>
              <a:t> </a:t>
            </a:r>
            <a:r>
              <a:rPr lang="en-ID" b="1" dirty="0"/>
              <a:t>CLI</a:t>
            </a:r>
            <a:r>
              <a:rPr lang="en-ID" dirty="0"/>
              <a:t> pada bar </a:t>
            </a:r>
            <a:r>
              <a:rPr lang="en-ID" dirty="0" err="1"/>
              <a:t>atas</a:t>
            </a:r>
            <a:r>
              <a:rPr lang="en-ID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1D02BE-C327-B49B-0C6C-9590B3DFBF35}"/>
              </a:ext>
            </a:extLst>
          </p:cNvPr>
          <p:cNvSpPr txBox="1"/>
          <p:nvPr/>
        </p:nvSpPr>
        <p:spPr>
          <a:xfrm>
            <a:off x="512466" y="2261606"/>
            <a:ext cx="10862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Jika </a:t>
            </a:r>
            <a:r>
              <a:rPr lang="en-US" dirty="0" err="1"/>
              <a:t>ada</a:t>
            </a:r>
            <a:r>
              <a:rPr lang="en-US" dirty="0"/>
              <a:t> kata seperti berikut </a:t>
            </a:r>
            <a:r>
              <a:rPr lang="en-US" dirty="0" err="1"/>
              <a:t>ini</a:t>
            </a:r>
            <a:r>
              <a:rPr lang="en-US" dirty="0"/>
              <a:t>, Tekan </a:t>
            </a:r>
            <a:r>
              <a:rPr lang="en-US" b="1" dirty="0"/>
              <a:t>ctrl + c</a:t>
            </a:r>
            <a:endParaRPr lang="en-ID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5E2694-1ABF-C26C-836E-FEF7260A6DC9}"/>
              </a:ext>
            </a:extLst>
          </p:cNvPr>
          <p:cNvSpPr txBox="1"/>
          <p:nvPr/>
        </p:nvSpPr>
        <p:spPr>
          <a:xfrm>
            <a:off x="443150" y="377755"/>
            <a:ext cx="61975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Router Configuration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0971711-2D9E-1EA1-6F01-067FE3EBC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830" y="1891605"/>
            <a:ext cx="2333951" cy="3524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D89B5F-CC25-21D5-15D2-48B4E4A82934}"/>
              </a:ext>
            </a:extLst>
          </p:cNvPr>
          <p:cNvSpPr txBox="1"/>
          <p:nvPr/>
        </p:nvSpPr>
        <p:spPr>
          <a:xfrm>
            <a:off x="817266" y="2616510"/>
            <a:ext cx="94881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Would you like to enter the initial configuration dialog? [yes/no]: </a:t>
            </a:r>
            <a:endParaRPr lang="en-ID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C214CC-6828-4459-9E1A-E078331E3CFA}"/>
              </a:ext>
            </a:extLst>
          </p:cNvPr>
          <p:cNvSpPr txBox="1"/>
          <p:nvPr/>
        </p:nvSpPr>
        <p:spPr>
          <a:xfrm>
            <a:off x="817266" y="331739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Press RETURN to get started!</a:t>
            </a:r>
            <a:endParaRPr lang="en-ID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577F82-40A5-C7A4-0F97-83248229BC32}"/>
              </a:ext>
            </a:extLst>
          </p:cNvPr>
          <p:cNvSpPr txBox="1"/>
          <p:nvPr/>
        </p:nvSpPr>
        <p:spPr>
          <a:xfrm>
            <a:off x="512466" y="2991841"/>
            <a:ext cx="10862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Jika sudah </a:t>
            </a:r>
            <a:r>
              <a:rPr lang="en-US" dirty="0" err="1"/>
              <a:t>ada</a:t>
            </a:r>
            <a:r>
              <a:rPr lang="en-US" dirty="0"/>
              <a:t> tulisan seperti berikut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tekan</a:t>
            </a:r>
            <a:r>
              <a:rPr lang="en-US" dirty="0"/>
              <a:t> </a:t>
            </a:r>
            <a:r>
              <a:rPr lang="en-US" b="1" dirty="0"/>
              <a:t>Enter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mulai </a:t>
            </a:r>
            <a:r>
              <a:rPr lang="en-US" dirty="0" err="1"/>
              <a:t>memasukkan</a:t>
            </a:r>
            <a:r>
              <a:rPr lang="en-US" dirty="0"/>
              <a:t> </a:t>
            </a:r>
            <a:r>
              <a:rPr lang="en-US" dirty="0" err="1"/>
              <a:t>perintah</a:t>
            </a:r>
            <a:endParaRPr lang="en-ID" b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72D1C8A-0CD7-0673-7F9C-EEE83D1CC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830" y="3665973"/>
            <a:ext cx="3024272" cy="305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598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2AE4B8-4EA4-4CAA-80C9-73EACBFC3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A42B1536-224F-894E-BB32-C6CAACE66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47A96166-460B-4E33-3604-A129210F2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48AF40-2B4E-54B3-13EF-9075AD762591}"/>
              </a:ext>
            </a:extLst>
          </p:cNvPr>
          <p:cNvSpPr txBox="1"/>
          <p:nvPr/>
        </p:nvSpPr>
        <p:spPr>
          <a:xfrm>
            <a:off x="6541476" y="1246613"/>
            <a:ext cx="53758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IPv4 Address : </a:t>
            </a:r>
            <a:r>
              <a:rPr lang="en-US" dirty="0" err="1"/>
              <a:t>berisikan</a:t>
            </a:r>
            <a:r>
              <a:rPr lang="en-US" dirty="0"/>
              <a:t> Alamat IP </a:t>
            </a:r>
            <a:r>
              <a:rPr lang="en-US" dirty="0" err="1"/>
              <a:t>untuk</a:t>
            </a:r>
            <a:r>
              <a:rPr lang="en-US" dirty="0"/>
              <a:t> end device tersebut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Subnet Mask : </a:t>
            </a:r>
            <a:r>
              <a:rPr lang="en-US" dirty="0" err="1"/>
              <a:t>berisikan</a:t>
            </a:r>
            <a:r>
              <a:rPr lang="en-US" dirty="0"/>
              <a:t> Subnet Mask </a:t>
            </a:r>
            <a:r>
              <a:rPr lang="en-US" dirty="0" err="1"/>
              <a:t>untuk</a:t>
            </a:r>
            <a:r>
              <a:rPr lang="en-US" dirty="0"/>
              <a:t> end device tersebut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Default Gateway: </a:t>
            </a:r>
            <a:r>
              <a:rPr lang="en-US" dirty="0" err="1"/>
              <a:t>berisikan</a:t>
            </a:r>
            <a:r>
              <a:rPr lang="en-US" dirty="0"/>
              <a:t> IP Port </a:t>
            </a:r>
            <a:r>
              <a:rPr lang="en-US" dirty="0" err="1"/>
              <a:t>dari</a:t>
            </a:r>
            <a:r>
              <a:rPr lang="en-US" dirty="0"/>
              <a:t> Router yang </a:t>
            </a:r>
            <a:r>
              <a:rPr lang="en-US" dirty="0" err="1"/>
              <a:t>terhubung</a:t>
            </a:r>
            <a:r>
              <a:rPr lang="en-US" dirty="0"/>
              <a:t> dengan end device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BD9C64-FFF8-DE43-A3E9-EADE9155B7D8}"/>
              </a:ext>
            </a:extLst>
          </p:cNvPr>
          <p:cNvSpPr txBox="1"/>
          <p:nvPr/>
        </p:nvSpPr>
        <p:spPr>
          <a:xfrm>
            <a:off x="443150" y="377755"/>
            <a:ext cx="619753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Switch Configuration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F6A0DA-74C7-841C-00D4-46FA6AB65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1DBBD7A-0A85-40C2-9F08-4B9A3328E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8F9575-009D-AF1F-6E0E-ECF90D487058}"/>
              </a:ext>
            </a:extLst>
          </p:cNvPr>
          <p:cNvSpPr txBox="1"/>
          <p:nvPr/>
        </p:nvSpPr>
        <p:spPr>
          <a:xfrm>
            <a:off x="512466" y="1246613"/>
            <a:ext cx="108622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Mengingat</a:t>
            </a:r>
            <a:r>
              <a:rPr lang="en-US" dirty="0"/>
              <a:t> Port Default </a:t>
            </a:r>
            <a:r>
              <a:rPr lang="en-US" dirty="0" err="1"/>
              <a:t>dari</a:t>
            </a:r>
            <a:r>
              <a:rPr lang="en-US" dirty="0"/>
              <a:t> Router hanya 2, kalian dapat </a:t>
            </a:r>
            <a:r>
              <a:rPr lang="en-US" dirty="0" err="1"/>
              <a:t>menambahkan</a:t>
            </a:r>
            <a:r>
              <a:rPr lang="en-US" dirty="0"/>
              <a:t> port </a:t>
            </a:r>
            <a:r>
              <a:rPr lang="en-US" dirty="0" err="1"/>
              <a:t>dari</a:t>
            </a:r>
            <a:r>
              <a:rPr lang="en-US" dirty="0"/>
              <a:t> router agar dapat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2 dengan </a:t>
            </a:r>
            <a:r>
              <a:rPr lang="en-US" dirty="0" err="1"/>
              <a:t>cara</a:t>
            </a:r>
            <a:r>
              <a:rPr lang="en-US" dirty="0"/>
              <a:t> berikut </a:t>
            </a:r>
            <a:r>
              <a:rPr lang="en-US" dirty="0" err="1"/>
              <a:t>ini</a:t>
            </a:r>
            <a:r>
              <a:rPr lang="en-US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Tekan Router yang ingin kalian </a:t>
            </a:r>
            <a:r>
              <a:rPr lang="en-US" dirty="0" err="1"/>
              <a:t>tambahkan</a:t>
            </a:r>
            <a:r>
              <a:rPr lang="en-US" dirty="0"/>
              <a:t> </a:t>
            </a:r>
            <a:r>
              <a:rPr lang="en-US" dirty="0" err="1"/>
              <a:t>portnya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Matikan</a:t>
            </a:r>
            <a:r>
              <a:rPr lang="en-US" dirty="0"/>
              <a:t> Router dengan </a:t>
            </a:r>
            <a:r>
              <a:rPr lang="en-US" dirty="0" err="1"/>
              <a:t>mengklik</a:t>
            </a:r>
            <a:r>
              <a:rPr lang="en-US" dirty="0"/>
              <a:t> seperti yang </a:t>
            </a:r>
            <a:r>
              <a:rPr lang="en-US" dirty="0" err="1"/>
              <a:t>dilingkari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berikut </a:t>
            </a:r>
            <a:r>
              <a:rPr lang="en-US" dirty="0" err="1"/>
              <a:t>ini</a:t>
            </a:r>
            <a:endParaRPr lang="en-ID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C6416C-2CCB-8113-FDE2-561C71D0926F}"/>
              </a:ext>
            </a:extLst>
          </p:cNvPr>
          <p:cNvSpPr txBox="1"/>
          <p:nvPr/>
        </p:nvSpPr>
        <p:spPr>
          <a:xfrm>
            <a:off x="443150" y="377755"/>
            <a:ext cx="5295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Router Added Port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9C1ED8-F659-2383-B74E-CBCCC9C27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66" y="2409392"/>
            <a:ext cx="4591691" cy="57158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3A7A7BCF-CB29-1CBF-998E-B96E7F7D55EA}"/>
              </a:ext>
            </a:extLst>
          </p:cNvPr>
          <p:cNvSpPr/>
          <p:nvPr/>
        </p:nvSpPr>
        <p:spPr>
          <a:xfrm>
            <a:off x="4374765" y="2575540"/>
            <a:ext cx="403123" cy="38555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056EA9F-72D5-1FC7-1179-C44B29EAC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267" y="3358128"/>
            <a:ext cx="4591690" cy="201982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53B1F3C-3A30-30CA-2F03-9562DDF2EF15}"/>
              </a:ext>
            </a:extLst>
          </p:cNvPr>
          <p:cNvSpPr txBox="1"/>
          <p:nvPr/>
        </p:nvSpPr>
        <p:spPr>
          <a:xfrm>
            <a:off x="512466" y="2988796"/>
            <a:ext cx="10862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Drag </a:t>
            </a:r>
            <a:r>
              <a:rPr lang="en-US" b="1" dirty="0"/>
              <a:t>WIC-1ENET</a:t>
            </a:r>
            <a:r>
              <a:rPr lang="en-US" dirty="0"/>
              <a:t> and Drop ke </a:t>
            </a:r>
            <a:r>
              <a:rPr lang="en-US" dirty="0" err="1"/>
              <a:t>lubang</a:t>
            </a:r>
            <a:r>
              <a:rPr lang="en-US" dirty="0"/>
              <a:t> yang </a:t>
            </a:r>
            <a:r>
              <a:rPr lang="en-US" dirty="0" err="1"/>
              <a:t>tersedia</a:t>
            </a:r>
            <a:endParaRPr lang="en-ID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7BB2F6-1AB0-CBFE-3F75-AA49B9B3261B}"/>
              </a:ext>
            </a:extLst>
          </p:cNvPr>
          <p:cNvSpPr txBox="1"/>
          <p:nvPr/>
        </p:nvSpPr>
        <p:spPr>
          <a:xfrm>
            <a:off x="512465" y="5517811"/>
            <a:ext cx="10862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Nyalakan</a:t>
            </a:r>
            <a:r>
              <a:rPr lang="en-US" dirty="0"/>
              <a:t> </a:t>
            </a:r>
            <a:r>
              <a:rPr lang="en-US" dirty="0" err="1"/>
              <a:t>kembali</a:t>
            </a:r>
            <a:r>
              <a:rPr lang="en-US" dirty="0"/>
              <a:t> Router dengan </a:t>
            </a:r>
            <a:r>
              <a:rPr lang="en-US" dirty="0" err="1"/>
              <a:t>mengklik</a:t>
            </a:r>
            <a:r>
              <a:rPr lang="en-US" dirty="0"/>
              <a:t> seperti yang </a:t>
            </a:r>
            <a:r>
              <a:rPr lang="en-US" dirty="0" err="1"/>
              <a:t>dilingkari</a:t>
            </a:r>
            <a:r>
              <a:rPr lang="en-US" dirty="0"/>
              <a:t> </a:t>
            </a:r>
            <a:r>
              <a:rPr lang="en-US" dirty="0" err="1"/>
              <a:t>gambar</a:t>
            </a:r>
            <a:r>
              <a:rPr lang="en-US" dirty="0"/>
              <a:t> berikut </a:t>
            </a:r>
            <a:r>
              <a:rPr lang="en-US" dirty="0" err="1"/>
              <a:t>ini</a:t>
            </a:r>
            <a:endParaRPr lang="en-ID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DA5C3C0-D8D9-176B-EA56-FE2CFAC36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66" y="5913203"/>
            <a:ext cx="4591691" cy="571580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6CBF9A0F-1D1B-3D61-A1A6-4001B9F5617E}"/>
              </a:ext>
            </a:extLst>
          </p:cNvPr>
          <p:cNvSpPr/>
          <p:nvPr/>
        </p:nvSpPr>
        <p:spPr>
          <a:xfrm>
            <a:off x="4374765" y="6079351"/>
            <a:ext cx="403123" cy="385558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09EF689-6B62-298A-3557-4CA5162DBE37}"/>
              </a:ext>
            </a:extLst>
          </p:cNvPr>
          <p:cNvSpPr/>
          <p:nvPr/>
        </p:nvSpPr>
        <p:spPr>
          <a:xfrm>
            <a:off x="900045" y="4411236"/>
            <a:ext cx="776355" cy="261275"/>
          </a:xfrm>
          <a:prstGeom prst="ellips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457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6039D9-F1F5-8101-2820-884C246D5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2CB7F6D6-41FE-8FDD-1DA9-C1104717A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5E0832AE-DB9F-C34C-2A2D-AA07735D7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A60992E5-6436-1FDD-0FB0-BEFFF06145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94BD28-6D67-B0D4-0177-7C815652ACA2}"/>
              </a:ext>
            </a:extLst>
          </p:cNvPr>
          <p:cNvSpPr txBox="1"/>
          <p:nvPr/>
        </p:nvSpPr>
        <p:spPr>
          <a:xfrm>
            <a:off x="372813" y="345178"/>
            <a:ext cx="73981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Latihan Configuration IP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B5F5C-4274-136C-2301-BF5FA633E77A}"/>
              </a:ext>
            </a:extLst>
          </p:cNvPr>
          <p:cNvSpPr txBox="1"/>
          <p:nvPr/>
        </p:nvSpPr>
        <p:spPr>
          <a:xfrm>
            <a:off x="5695490" y="1331011"/>
            <a:ext cx="2938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Gunakan</a:t>
            </a:r>
            <a:r>
              <a:rPr lang="en-US" dirty="0"/>
              <a:t> 1 </a:t>
            </a:r>
            <a:r>
              <a:rPr lang="en-US" b="1" dirty="0"/>
              <a:t>Router 1841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Gunakan</a:t>
            </a:r>
            <a:r>
              <a:rPr lang="en-US" dirty="0"/>
              <a:t> 3 </a:t>
            </a:r>
            <a:r>
              <a:rPr lang="en-US" b="1" dirty="0"/>
              <a:t>PC-PT</a:t>
            </a:r>
            <a:endParaRPr lang="en-ID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1B38B8-272A-760F-B917-94B5C0064699}"/>
              </a:ext>
            </a:extLst>
          </p:cNvPr>
          <p:cNvSpPr txBox="1"/>
          <p:nvPr/>
        </p:nvSpPr>
        <p:spPr>
          <a:xfrm>
            <a:off x="5695490" y="2197432"/>
            <a:ext cx="50315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Ketentuan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PC0 : 192.168.1.2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PC1 : 192.168.2.2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PC2 : 192.168.3.2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Port Fa0/0 : 192.168.1.1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Port Fa0/1 : 192.168.2.1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Port Eth0/0/0 : 192.168.3.1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Menggunakan Subnet Mask 255.255.255.0</a:t>
            </a:r>
            <a:endParaRPr lang="en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878B9D-9B1F-2F80-A30C-ED6350C05B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07" y="1615560"/>
            <a:ext cx="4924528" cy="393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136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13A2D-982C-57DE-5848-F406078B1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BF758420-5C6E-348D-7886-3AECCE819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8C17CA35-E07C-F3D3-059C-13A067545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8F48A761-A383-2F4B-945B-84DCE6FA61D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B8F1D-7498-3AFA-6B50-8E8E184960AF}"/>
              </a:ext>
            </a:extLst>
          </p:cNvPr>
          <p:cNvSpPr txBox="1"/>
          <p:nvPr/>
        </p:nvSpPr>
        <p:spPr>
          <a:xfrm>
            <a:off x="372813" y="345178"/>
            <a:ext cx="73981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Latihan Configuration IP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96A6F7-8EDA-3B05-4CF0-1413615C9BE4}"/>
              </a:ext>
            </a:extLst>
          </p:cNvPr>
          <p:cNvSpPr txBox="1"/>
          <p:nvPr/>
        </p:nvSpPr>
        <p:spPr>
          <a:xfrm>
            <a:off x="372813" y="1140792"/>
            <a:ext cx="5031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Router0</a:t>
            </a:r>
            <a:endParaRPr lang="en-ID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2F36A1-12CA-40A2-767F-627FC3E637B1}"/>
              </a:ext>
            </a:extLst>
          </p:cNvPr>
          <p:cNvSpPr txBox="1"/>
          <p:nvPr/>
        </p:nvSpPr>
        <p:spPr>
          <a:xfrm>
            <a:off x="372813" y="1510124"/>
            <a:ext cx="96012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Router&gt;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en</a:t>
            </a: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Router#conf</a:t>
            </a: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</a:t>
            </a:r>
          </a:p>
          <a:p>
            <a:pPr>
              <a:buNone/>
            </a:pP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Router(config)#int fa0/0</a:t>
            </a:r>
          </a:p>
          <a:p>
            <a:pPr>
              <a:buNone/>
            </a:pP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Router(config-if)#ip add 192.168.1.1 255.255.255.0</a:t>
            </a:r>
          </a:p>
          <a:p>
            <a:pPr>
              <a:buNone/>
            </a:pP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Router(config-if)#no </a:t>
            </a:r>
            <a:r>
              <a:rPr lang="en-US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Router(config-if)#ex</a:t>
            </a:r>
          </a:p>
          <a:p>
            <a:pPr>
              <a:buNone/>
            </a:pPr>
            <a:endParaRPr 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Router(config)#int fa0/1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Router(config-if)#ip add 192.168.2.1 255.255.255.0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Router(config-if)#no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Router(config-if)#ex</a:t>
            </a:r>
          </a:p>
          <a:p>
            <a:pPr>
              <a:buNone/>
            </a:pPr>
            <a:br>
              <a:rPr 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Router(config)#int fa0/0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Router(config-if)#ip add 192.168.3.1 255.255.255.0</a:t>
            </a:r>
          </a:p>
          <a:p>
            <a:pPr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Router(config-if)#no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Router(config-if)#ex</a:t>
            </a:r>
          </a:p>
          <a:p>
            <a:pPr>
              <a:buNone/>
            </a:pPr>
            <a:r>
              <a:rPr lang="fr-FR" dirty="0">
                <a:latin typeface="Courier New" panose="02070309020205020404" pitchFamily="49" charset="0"/>
                <a:cs typeface="Courier New" panose="02070309020205020404" pitchFamily="49" charset="0"/>
              </a:rPr>
              <a:t>Router(config)#ex</a:t>
            </a:r>
          </a:p>
        </p:txBody>
      </p:sp>
    </p:spTree>
    <p:extLst>
      <p:ext uri="{BB962C8B-B14F-4D97-AF65-F5344CB8AC3E}">
        <p14:creationId xmlns:p14="http://schemas.microsoft.com/office/powerpoint/2010/main" val="2351359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30A7AF-B2FA-4658-9366-A972C6A11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3BD851F0-A0E7-7BF7-BC32-77C0592117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08645FB4-64DB-216F-5574-6F1107E9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C5B0383F-AB1D-1EB2-8CB3-E074C315C0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284D4-8146-5F4C-AD58-3A591E5F73D9}"/>
              </a:ext>
            </a:extLst>
          </p:cNvPr>
          <p:cNvSpPr txBox="1"/>
          <p:nvPr/>
        </p:nvSpPr>
        <p:spPr>
          <a:xfrm>
            <a:off x="6935778" y="3748099"/>
            <a:ext cx="29386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Gunakan</a:t>
            </a:r>
            <a:r>
              <a:rPr lang="en-US" dirty="0"/>
              <a:t> 1 </a:t>
            </a:r>
            <a:r>
              <a:rPr lang="en-US" b="1" dirty="0"/>
              <a:t>Router 1841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Gunakan</a:t>
            </a:r>
            <a:r>
              <a:rPr lang="en-US" dirty="0"/>
              <a:t> 1 </a:t>
            </a:r>
            <a:r>
              <a:rPr lang="en-US" b="1" dirty="0"/>
              <a:t>Switch 2960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Gunakan</a:t>
            </a:r>
            <a:r>
              <a:rPr lang="en-US" dirty="0"/>
              <a:t> 2 </a:t>
            </a:r>
            <a:r>
              <a:rPr lang="en-US" b="1" dirty="0"/>
              <a:t>PC-PT</a:t>
            </a:r>
            <a:endParaRPr lang="en-ID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0A9624-CE09-AD76-0278-5937DB6E7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875" y="866022"/>
            <a:ext cx="5163271" cy="33437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36C5C0-89C7-3C44-5BF2-5B81FB5A44CD}"/>
              </a:ext>
            </a:extLst>
          </p:cNvPr>
          <p:cNvSpPr txBox="1"/>
          <p:nvPr/>
        </p:nvSpPr>
        <p:spPr>
          <a:xfrm>
            <a:off x="839010" y="3904312"/>
            <a:ext cx="503150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Ketentuan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PC0 : 192.168.2.2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PC1 : 192.168.2.3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Port Router Fa0/0 : 192.168.1.1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Menggunakan Subnet Mask 255.255.255.0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A8DF6-4FC5-56DD-8DB3-B7FA8161E906}"/>
              </a:ext>
            </a:extLst>
          </p:cNvPr>
          <p:cNvSpPr txBox="1"/>
          <p:nvPr/>
        </p:nvSpPr>
        <p:spPr>
          <a:xfrm>
            <a:off x="372813" y="345178"/>
            <a:ext cx="52966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Tugas </a:t>
            </a:r>
            <a:r>
              <a:rPr lang="en-US" sz="4000" b="1" dirty="0" err="1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Praktikum</a:t>
            </a:r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 1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044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83A80-BFDF-D466-F042-683D86FAB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F67D1017-9D10-09E8-A56B-F8567C5FE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1D4710C3-FB5F-E3CA-1FFD-61208D22F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AutoShape 4" descr="Topologi Bus: Cara Kerja, Perangkat, Kelebihan, dan Kekurangan -  Universitas Telkom Jakarta">
            <a:extLst>
              <a:ext uri="{FF2B5EF4-FFF2-40B4-BE49-F238E27FC236}">
                <a16:creationId xmlns:a16="http://schemas.microsoft.com/office/drawing/2014/main" id="{DA1E797D-F8D0-248C-1E64-FD9FDA44D0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D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F218FE-AEF3-5DCA-6AD7-91D6F0C727D6}"/>
              </a:ext>
            </a:extLst>
          </p:cNvPr>
          <p:cNvSpPr txBox="1"/>
          <p:nvPr/>
        </p:nvSpPr>
        <p:spPr>
          <a:xfrm>
            <a:off x="372813" y="345178"/>
            <a:ext cx="52966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Tugas </a:t>
            </a:r>
            <a:r>
              <a:rPr lang="en-US" sz="4000" b="1" dirty="0" err="1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Praktikum</a:t>
            </a:r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 2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0DC57-BFCA-A20C-771D-A395D87DC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027" y="1362682"/>
            <a:ext cx="7173053" cy="30317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841B17C-4189-BDDB-3AFD-F90196331DEA}"/>
              </a:ext>
            </a:extLst>
          </p:cNvPr>
          <p:cNvSpPr txBox="1"/>
          <p:nvPr/>
        </p:nvSpPr>
        <p:spPr>
          <a:xfrm>
            <a:off x="6935778" y="3748099"/>
            <a:ext cx="293865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Gunakan</a:t>
            </a:r>
            <a:r>
              <a:rPr lang="en-US" dirty="0"/>
              <a:t> 1 </a:t>
            </a:r>
            <a:r>
              <a:rPr lang="en-US" b="1" dirty="0"/>
              <a:t>Router 1841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Gunakan</a:t>
            </a:r>
            <a:r>
              <a:rPr lang="en-US" dirty="0"/>
              <a:t> 2 </a:t>
            </a:r>
            <a:r>
              <a:rPr lang="en-US" b="1" dirty="0"/>
              <a:t>Switch 2960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Gunakan</a:t>
            </a:r>
            <a:r>
              <a:rPr lang="en-US" dirty="0"/>
              <a:t> 4 </a:t>
            </a:r>
            <a:r>
              <a:rPr lang="en-US" b="1" dirty="0"/>
              <a:t>PC-PT</a:t>
            </a:r>
            <a:endParaRPr lang="en-ID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4AAD4-D052-4FFA-FC4C-922A9AC66659}"/>
              </a:ext>
            </a:extLst>
          </p:cNvPr>
          <p:cNvSpPr txBox="1"/>
          <p:nvPr/>
        </p:nvSpPr>
        <p:spPr>
          <a:xfrm>
            <a:off x="839010" y="3904312"/>
            <a:ext cx="503150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Ketentuan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PC0 : 192.168.1.2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PC1 : 192.168.2.2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PC2 : 192.168.2.3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PC3 : 192.168.3.2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Port Router Fa0/0 : 192.168.1.1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Port Router Fa0/1 : 192.168.2.1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IP Port Router Eth0/0/0 : 192.168.3.1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Menggunakan Subnet Mask 255.255.255.0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774513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FA37D8-79BE-73E2-F422-F94A08051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031C29B7-18B7-B7E2-B422-2EA0FECE25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Google Shape;279;g33977421f40_0_0">
            <a:extLst>
              <a:ext uri="{FF2B5EF4-FFF2-40B4-BE49-F238E27FC236}">
                <a16:creationId xmlns:a16="http://schemas.microsoft.com/office/drawing/2014/main" id="{09DB3436-2F40-065A-30C1-CF1AC8FB12EE}"/>
              </a:ext>
            </a:extLst>
          </p:cNvPr>
          <p:cNvSpPr txBox="1"/>
          <p:nvPr/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Upload file Cisco Packet Tracer (.pkt) di driv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e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Format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file </a:t>
            </a:r>
            <a:r>
              <a:rPr lang="en-US" sz="2800" dirty="0" err="1"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ama_</a:t>
            </a:r>
            <a:r>
              <a:rPr lang="en-US" sz="2800" dirty="0" err="1">
                <a:latin typeface="Calibri"/>
                <a:ea typeface="Calibri"/>
                <a:cs typeface="Calibri"/>
                <a:sym typeface="Calibri"/>
              </a:rPr>
              <a:t>NIM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(IPLAN)_Tugas </a:t>
            </a:r>
            <a:r>
              <a:rPr lang="en-US" sz="2800" dirty="0" err="1">
                <a:latin typeface="Calibri"/>
                <a:ea typeface="Calibri"/>
                <a:cs typeface="Calibri"/>
                <a:sym typeface="Calibri"/>
              </a:rPr>
              <a:t>Praktikum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Ke </a:t>
            </a:r>
            <a:r>
              <a:rPr lang="en-US" sz="2800" dirty="0" err="1">
                <a:latin typeface="Calibri"/>
                <a:ea typeface="Calibri"/>
                <a:cs typeface="Calibri"/>
                <a:sym typeface="Calibri"/>
              </a:rPr>
              <a:t>berapa</a:t>
            </a:r>
            <a:endParaRPr lang="en-US" sz="2800" dirty="0">
              <a:latin typeface="Calibri"/>
              <a:ea typeface="Calibri"/>
              <a:cs typeface="Calibri"/>
              <a:sym typeface="Calibri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Masukkan File Tersebut </a:t>
            </a:r>
            <a:r>
              <a:rPr lang="en-US" sz="2800" dirty="0" err="1">
                <a:latin typeface="Calibri"/>
                <a:ea typeface="Calibri"/>
                <a:cs typeface="Calibri"/>
                <a:sym typeface="Calibri"/>
              </a:rPr>
              <a:t>Kedalam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1 Folder dengan Format Nama_NIM_Prak1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514350" lvl="0" indent="-514350">
              <a:lnSpc>
                <a:spcPct val="90000"/>
              </a:lnSpc>
              <a:buClr>
                <a:srgbClr val="000000"/>
              </a:buClr>
              <a:buSzPts val="2800"/>
              <a:buFont typeface="Calibri"/>
              <a:buAutoNum type="arabicPeriod"/>
            </a:pPr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Kumpulkan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link di Sheet “</a:t>
            </a:r>
            <a:r>
              <a:rPr lang="en-US" sz="2800" b="1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Praktikum</a:t>
            </a:r>
            <a:r>
              <a:rPr lang="en-US" sz="2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dirty="0"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 pada Spreadsheet berikut</a:t>
            </a:r>
            <a:b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https://docs.google.com/spreadsheets/d/1JzPdWBaWTh8FryUfU5VwJdjKrfHQcDwHbL3v4fokbSU/edit?usp=sharing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Deadline </a:t>
            </a:r>
            <a:r>
              <a:rPr lang="en-US" sz="2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2800" b="1">
                <a:latin typeface="Calibri"/>
                <a:ea typeface="Calibri"/>
                <a:cs typeface="Calibri"/>
                <a:sym typeface="Calibri"/>
              </a:rPr>
              <a:t>Oktober</a:t>
            </a:r>
            <a:r>
              <a:rPr lang="en-US" sz="28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202</a:t>
            </a:r>
            <a:r>
              <a:rPr lang="en-US" sz="2800" b="1" dirty="0"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28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23.59 WIB</a:t>
            </a:r>
            <a:endParaRPr sz="2800" b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8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0B8A8E-EBE3-E11C-5201-859A58686FFB}"/>
              </a:ext>
            </a:extLst>
          </p:cNvPr>
          <p:cNvSpPr txBox="1"/>
          <p:nvPr/>
        </p:nvSpPr>
        <p:spPr>
          <a:xfrm>
            <a:off x="372813" y="345178"/>
            <a:ext cx="52966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err="1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Pengumpulan</a:t>
            </a:r>
            <a:r>
              <a:rPr lang="en-US" sz="4000" b="1" dirty="0">
                <a:latin typeface="Cascadia Code" panose="020B0609020000020004" pitchFamily="49" charset="0"/>
                <a:ea typeface="ADLaM Display" panose="02010000000000000000" pitchFamily="2" charset="0"/>
                <a:cs typeface="Cascadia Code" panose="020B0609020000020004" pitchFamily="49" charset="0"/>
              </a:rPr>
              <a:t> Tugas</a:t>
            </a:r>
            <a:endParaRPr lang="en-ID" sz="4000" b="1" dirty="0">
              <a:latin typeface="Cascadia Code" panose="020B0609020000020004" pitchFamily="49" charset="0"/>
              <a:ea typeface="ADLaM Display" panose="02010000000000000000" pitchFamily="2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6178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E46E8-AD70-8756-651E-1E23410471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1094" y="1058780"/>
            <a:ext cx="5602705" cy="3092116"/>
          </a:xfrm>
        </p:spPr>
        <p:txBody>
          <a:bodyPr anchor="ctr">
            <a:normAutofit/>
          </a:bodyPr>
          <a:lstStyle/>
          <a:p>
            <a:pPr algn="l"/>
            <a:r>
              <a:rPr lang="en-US" sz="5200" b="1"/>
              <a:t>REFERENCE</a:t>
            </a:r>
            <a:endParaRPr lang="en-ID" sz="5200" b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08259-8CCC-C043-A6CA-98A688783F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041616"/>
            <a:ext cx="3781926" cy="1246472"/>
          </a:xfrm>
        </p:spPr>
        <p:txBody>
          <a:bodyPr anchor="ctr"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2000"/>
              <a:t>Sandberg, Bobbi. (2015). Networking : the complete reference. McGraw-Hill Education.</a:t>
            </a:r>
          </a:p>
          <a:p>
            <a:pPr marL="457200" indent="-457200" algn="l">
              <a:buFont typeface="+mj-lt"/>
              <a:buAutoNum type="arabicPeriod"/>
            </a:pPr>
            <a:endParaRPr lang="en-ID" sz="2000"/>
          </a:p>
        </p:txBody>
      </p:sp>
    </p:spTree>
    <p:extLst>
      <p:ext uri="{BB962C8B-B14F-4D97-AF65-F5344CB8AC3E}">
        <p14:creationId xmlns:p14="http://schemas.microsoft.com/office/powerpoint/2010/main" val="70376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</TotalTime>
  <Words>798</Words>
  <Application>Microsoft Office PowerPoint</Application>
  <PresentationFormat>Widescreen</PresentationFormat>
  <Paragraphs>128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Abadi Extra Light</vt:lpstr>
      <vt:lpstr>Aptos</vt:lpstr>
      <vt:lpstr>Aptos Display</vt:lpstr>
      <vt:lpstr>Arial</vt:lpstr>
      <vt:lpstr>Berlin Sans FB Demi</vt:lpstr>
      <vt:lpstr>Calibri</vt:lpstr>
      <vt:lpstr>Cascadia Code</vt:lpstr>
      <vt:lpstr>Courier New</vt:lpstr>
      <vt:lpstr>Office Theme</vt:lpstr>
      <vt:lpstr>PERTEMUAN 6</vt:lpstr>
      <vt:lpstr>TOPOLOGI JARINGAN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HENDI SULISTIO</dc:creator>
  <cp:lastModifiedBy>HENDI SULISTIO</cp:lastModifiedBy>
  <cp:revision>2</cp:revision>
  <dcterms:created xsi:type="dcterms:W3CDTF">2025-09-20T16:12:37Z</dcterms:created>
  <dcterms:modified xsi:type="dcterms:W3CDTF">2025-09-27T18:28:02Z</dcterms:modified>
</cp:coreProperties>
</file>